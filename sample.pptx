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0" r:id="rId2"/>
    <p:sldId id="261" r:id="rId3"/>
  </p:sldIdLst>
  <p:sldSz cx="9144000" cy="6858000" type="screen4x3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>
      <p:cViewPr varScale="1">
        <p:scale>
          <a:sx n="107" d="100"/>
          <a:sy n="107" d="100"/>
        </p:scale>
        <p:origin x="2304" y="4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55D929-EE1B-4912-A4D1-493C4EC11A0C}" type="datetimeFigureOut">
              <a:rPr lang="ko-KR" altLang="en-US" smtClean="0"/>
              <a:t>2025. 11. 23.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F7E053-7D1D-4667-94DD-15A7F52A2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61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F7E053-7D1D-4667-94DD-15A7F52A223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1265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F8C7D-C4F4-4684-B05E-B23CD613B777}" type="datetimeFigureOut">
              <a:rPr lang="ko-KR" altLang="en-US" smtClean="0"/>
              <a:pPr/>
              <a:t>2025. 11. 23.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8A15-DF22-4DBB-97EF-6542C7C1891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F8C7D-C4F4-4684-B05E-B23CD613B777}" type="datetimeFigureOut">
              <a:rPr lang="ko-KR" altLang="en-US" smtClean="0"/>
              <a:pPr/>
              <a:t>2025. 11. 23.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8A15-DF22-4DBB-97EF-6542C7C1891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F8C7D-C4F4-4684-B05E-B23CD613B777}" type="datetimeFigureOut">
              <a:rPr lang="ko-KR" altLang="en-US" smtClean="0"/>
              <a:pPr/>
              <a:t>2025. 11. 23.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8A15-DF22-4DBB-97EF-6542C7C1891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F8C7D-C4F4-4684-B05E-B23CD613B777}" type="datetimeFigureOut">
              <a:rPr lang="ko-KR" altLang="en-US" smtClean="0"/>
              <a:pPr/>
              <a:t>2025. 11. 23.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8A15-DF22-4DBB-97EF-6542C7C1891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F8C7D-C4F4-4684-B05E-B23CD613B777}" type="datetimeFigureOut">
              <a:rPr lang="ko-KR" altLang="en-US" smtClean="0"/>
              <a:pPr/>
              <a:t>2025. 11. 23.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8A15-DF22-4DBB-97EF-6542C7C1891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F8C7D-C4F4-4684-B05E-B23CD613B777}" type="datetimeFigureOut">
              <a:rPr lang="ko-KR" altLang="en-US" smtClean="0"/>
              <a:pPr/>
              <a:t>2025. 11. 23.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8A15-DF22-4DBB-97EF-6542C7C1891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F8C7D-C4F4-4684-B05E-B23CD613B777}" type="datetimeFigureOut">
              <a:rPr lang="ko-KR" altLang="en-US" smtClean="0"/>
              <a:pPr/>
              <a:t>2025. 11. 23.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8A15-DF22-4DBB-97EF-6542C7C1891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F8C7D-C4F4-4684-B05E-B23CD613B777}" type="datetimeFigureOut">
              <a:rPr lang="ko-KR" altLang="en-US" smtClean="0"/>
              <a:pPr/>
              <a:t>2025. 11. 23.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8A15-DF22-4DBB-97EF-6542C7C1891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F8C7D-C4F4-4684-B05E-B23CD613B777}" type="datetimeFigureOut">
              <a:rPr lang="ko-KR" altLang="en-US" smtClean="0"/>
              <a:pPr/>
              <a:t>2025. 11. 23.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8A15-DF22-4DBB-97EF-6542C7C1891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F8C7D-C4F4-4684-B05E-B23CD613B777}" type="datetimeFigureOut">
              <a:rPr lang="ko-KR" altLang="en-US" smtClean="0"/>
              <a:pPr/>
              <a:t>2025. 11. 23.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8A15-DF22-4DBB-97EF-6542C7C1891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F8C7D-C4F4-4684-B05E-B23CD613B777}" type="datetimeFigureOut">
              <a:rPr lang="ko-KR" altLang="en-US" smtClean="0"/>
              <a:pPr/>
              <a:t>2025. 11. 23.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8A15-DF22-4DBB-97EF-6542C7C1891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CF8C7D-C4F4-4684-B05E-B23CD613B777}" type="datetimeFigureOut">
              <a:rPr lang="ko-KR" altLang="en-US" smtClean="0"/>
              <a:pPr/>
              <a:t>2025. 11. 23.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2C8A15-DF22-4DBB-97EF-6542C7C1891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0507" y="336748"/>
            <a:ext cx="8229600" cy="720000"/>
          </a:xfrm>
        </p:spPr>
        <p:txBody>
          <a:bodyPr>
            <a:normAutofit fontScale="90000"/>
          </a:bodyPr>
          <a:lstStyle/>
          <a:p>
            <a:r>
              <a:rPr lang="en-US" altLang="ko-KR" sz="4000" dirty="0"/>
              <a:t>3</a:t>
            </a:r>
            <a:r>
              <a:rPr lang="ko-KR" altLang="en-US" sz="4000" dirty="0"/>
              <a:t>층 </a:t>
            </a:r>
            <a:r>
              <a:rPr lang="ko-KR" altLang="en-US" sz="4000" dirty="0" err="1"/>
              <a:t>갤러리홀</a:t>
            </a:r>
            <a:r>
              <a:rPr lang="ko-KR" altLang="en-US" sz="4000" dirty="0"/>
              <a:t> </a:t>
            </a:r>
            <a:r>
              <a:rPr lang="en-US" altLang="ko-KR" sz="4000" dirty="0"/>
              <a:t>Lay-out</a:t>
            </a:r>
            <a:r>
              <a:rPr lang="ko-KR" altLang="en-US" sz="4000" dirty="0"/>
              <a:t> </a:t>
            </a:r>
            <a:r>
              <a:rPr lang="en-US" altLang="ko-KR" sz="4000" dirty="0"/>
              <a:t>(</a:t>
            </a:r>
            <a:r>
              <a:rPr lang="ko-KR" altLang="en-US" sz="4000" dirty="0" err="1"/>
              <a:t>웨딩</a:t>
            </a:r>
            <a:r>
              <a:rPr lang="en-US" altLang="ko-KR" sz="4000" dirty="0"/>
              <a:t>, </a:t>
            </a:r>
            <a:r>
              <a:rPr lang="ko-KR" altLang="en-US" sz="4000" dirty="0">
                <a:solidFill>
                  <a:srgbClr val="FF0000"/>
                </a:solidFill>
              </a:rPr>
              <a:t>총 </a:t>
            </a:r>
            <a:r>
              <a:rPr lang="en-US" altLang="ko-KR" sz="4000" dirty="0">
                <a:solidFill>
                  <a:srgbClr val="FF0000"/>
                </a:solidFill>
              </a:rPr>
              <a:t>378</a:t>
            </a:r>
            <a:r>
              <a:rPr lang="ko-KR" altLang="en-US" sz="4000" dirty="0">
                <a:solidFill>
                  <a:srgbClr val="FF0000"/>
                </a:solidFill>
              </a:rPr>
              <a:t>석</a:t>
            </a:r>
            <a:r>
              <a:rPr lang="en-US" altLang="ko-KR" sz="4000" dirty="0"/>
              <a:t>)</a:t>
            </a:r>
            <a:endParaRPr lang="ko-KR" altLang="en-US" dirty="0"/>
          </a:p>
        </p:txBody>
      </p:sp>
      <p:pic>
        <p:nvPicPr>
          <p:cNvPr id="4" name="Picture 2" descr="C:\Documents and Settings\user\바탕 화면\고니\3층 갤러리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12" y="1052736"/>
            <a:ext cx="8784976" cy="5412870"/>
          </a:xfrm>
          <a:prstGeom prst="rect">
            <a:avLst/>
          </a:prstGeom>
          <a:noFill/>
        </p:spPr>
      </p:pic>
      <p:sp>
        <p:nvSpPr>
          <p:cNvPr id="658" name="TextBox 5"/>
          <p:cNvSpPr txBox="1"/>
          <p:nvPr/>
        </p:nvSpPr>
        <p:spPr>
          <a:xfrm>
            <a:off x="2640302" y="2119656"/>
            <a:ext cx="5325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/>
                </a:solidFill>
              </a:rPr>
              <a:t>6.(</a:t>
            </a:r>
            <a:r>
              <a:rPr lang="ko-KR" altLang="en-US" sz="800" dirty="0">
                <a:solidFill>
                  <a:schemeClr val="bg1"/>
                </a:solidFill>
              </a:rPr>
              <a:t>신부</a:t>
            </a:r>
            <a:r>
              <a:rPr lang="en-US" altLang="ko-KR" sz="800" dirty="0">
                <a:solidFill>
                  <a:schemeClr val="bg1"/>
                </a:solidFill>
              </a:rPr>
              <a:t>)</a:t>
            </a:r>
          </a:p>
          <a:p>
            <a:r>
              <a:rPr lang="ko-KR" altLang="en-US" sz="800" dirty="0">
                <a:solidFill>
                  <a:schemeClr val="bg1"/>
                </a:solidFill>
              </a:rPr>
              <a:t>가족</a:t>
            </a:r>
          </a:p>
        </p:txBody>
      </p:sp>
      <p:sp>
        <p:nvSpPr>
          <p:cNvPr id="659" name="TextBox 6"/>
          <p:cNvSpPr txBox="1"/>
          <p:nvPr/>
        </p:nvSpPr>
        <p:spPr>
          <a:xfrm>
            <a:off x="3438933" y="2128365"/>
            <a:ext cx="5325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/>
                </a:solidFill>
              </a:rPr>
              <a:t>9.(</a:t>
            </a:r>
            <a:r>
              <a:rPr lang="ko-KR" altLang="en-US" sz="800" dirty="0">
                <a:solidFill>
                  <a:schemeClr val="bg1"/>
                </a:solidFill>
              </a:rPr>
              <a:t>신부</a:t>
            </a:r>
            <a:r>
              <a:rPr lang="en-US" altLang="ko-KR" sz="800" dirty="0">
                <a:solidFill>
                  <a:schemeClr val="bg1"/>
                </a:solidFill>
              </a:rPr>
              <a:t>)</a:t>
            </a:r>
          </a:p>
          <a:p>
            <a:r>
              <a:rPr lang="ko-KR" altLang="en-US" sz="800" dirty="0">
                <a:solidFill>
                  <a:schemeClr val="bg1"/>
                </a:solidFill>
              </a:rPr>
              <a:t>가족</a:t>
            </a:r>
          </a:p>
        </p:txBody>
      </p:sp>
      <p:sp>
        <p:nvSpPr>
          <p:cNvPr id="660" name="TextBox 7"/>
          <p:cNvSpPr txBox="1"/>
          <p:nvPr/>
        </p:nvSpPr>
        <p:spPr>
          <a:xfrm>
            <a:off x="4135255" y="2117784"/>
            <a:ext cx="5886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16.(</a:t>
            </a:r>
            <a:r>
              <a:rPr lang="ko-KR" altLang="en-US" sz="800" dirty="0">
                <a:solidFill>
                  <a:schemeClr val="bg1"/>
                </a:solidFill>
              </a:rPr>
              <a:t>신부</a:t>
            </a:r>
            <a:r>
              <a:rPr lang="en-US" altLang="ko-KR" sz="800" dirty="0">
                <a:solidFill>
                  <a:schemeClr val="bg1"/>
                </a:solidFill>
              </a:rPr>
              <a:t>)</a:t>
            </a:r>
          </a:p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하객</a:t>
            </a:r>
          </a:p>
        </p:txBody>
      </p:sp>
      <p:sp>
        <p:nvSpPr>
          <p:cNvPr id="661" name="TextBox 8"/>
          <p:cNvSpPr txBox="1"/>
          <p:nvPr/>
        </p:nvSpPr>
        <p:spPr>
          <a:xfrm>
            <a:off x="4940582" y="2117784"/>
            <a:ext cx="5886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23.(</a:t>
            </a:r>
            <a:r>
              <a:rPr lang="ko-KR" altLang="en-US" sz="800" dirty="0">
                <a:solidFill>
                  <a:schemeClr val="bg1"/>
                </a:solidFill>
              </a:rPr>
              <a:t>신부</a:t>
            </a:r>
            <a:r>
              <a:rPr lang="en-US" altLang="ko-KR" sz="800" dirty="0">
                <a:solidFill>
                  <a:schemeClr val="bg1"/>
                </a:solidFill>
              </a:rPr>
              <a:t>)</a:t>
            </a:r>
          </a:p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하객</a:t>
            </a:r>
          </a:p>
        </p:txBody>
      </p:sp>
      <p:sp>
        <p:nvSpPr>
          <p:cNvPr id="663" name="TextBox 10"/>
          <p:cNvSpPr txBox="1"/>
          <p:nvPr/>
        </p:nvSpPr>
        <p:spPr>
          <a:xfrm>
            <a:off x="6621766" y="2117784"/>
            <a:ext cx="18473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827" name="TextBox 5"/>
          <p:cNvSpPr txBox="1"/>
          <p:nvPr/>
        </p:nvSpPr>
        <p:spPr>
          <a:xfrm>
            <a:off x="3083364" y="2799005"/>
            <a:ext cx="5325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/>
                </a:solidFill>
              </a:rPr>
              <a:t>5.(</a:t>
            </a:r>
            <a:r>
              <a:rPr lang="ko-KR" altLang="en-US" sz="800" dirty="0">
                <a:solidFill>
                  <a:schemeClr val="bg1"/>
                </a:solidFill>
              </a:rPr>
              <a:t>신부</a:t>
            </a:r>
            <a:r>
              <a:rPr lang="en-US" altLang="ko-KR" sz="800" dirty="0">
                <a:solidFill>
                  <a:schemeClr val="bg1"/>
                </a:solidFill>
              </a:rPr>
              <a:t>)</a:t>
            </a:r>
          </a:p>
          <a:p>
            <a:r>
              <a:rPr lang="ko-KR" altLang="en-US" sz="800" dirty="0">
                <a:solidFill>
                  <a:schemeClr val="bg1"/>
                </a:solidFill>
              </a:rPr>
              <a:t>가족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1761606F-6677-82D7-29D7-CD4D14569E92}"/>
              </a:ext>
            </a:extLst>
          </p:cNvPr>
          <p:cNvGrpSpPr/>
          <p:nvPr/>
        </p:nvGrpSpPr>
        <p:grpSpPr>
          <a:xfrm>
            <a:off x="2892914" y="1279267"/>
            <a:ext cx="755653" cy="720080"/>
            <a:chOff x="3054547" y="1279267"/>
            <a:chExt cx="755653" cy="720080"/>
          </a:xfrm>
        </p:grpSpPr>
        <p:sp>
          <p:nvSpPr>
            <p:cNvPr id="1319" name="현 17"/>
            <p:cNvSpPr/>
            <p:nvPr/>
          </p:nvSpPr>
          <p:spPr>
            <a:xfrm rot="6802860">
              <a:off x="3350961" y="1274807"/>
              <a:ext cx="149238" cy="15815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1" name="타원 3"/>
            <p:cNvSpPr/>
            <p:nvPr/>
          </p:nvSpPr>
          <p:spPr>
            <a:xfrm>
              <a:off x="3171480" y="1397447"/>
              <a:ext cx="514740" cy="48570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300" dirty="0"/>
            </a:p>
          </p:txBody>
        </p:sp>
        <p:sp>
          <p:nvSpPr>
            <p:cNvPr id="1322" name="현 1321"/>
            <p:cNvSpPr/>
            <p:nvPr/>
          </p:nvSpPr>
          <p:spPr>
            <a:xfrm rot="17541756">
              <a:off x="3361301" y="1845649"/>
              <a:ext cx="149238" cy="15815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3" name="현 21"/>
            <p:cNvSpPr/>
            <p:nvPr/>
          </p:nvSpPr>
          <p:spPr>
            <a:xfrm rot="8812624">
              <a:off x="3525534" y="1326775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4" name="현 10"/>
            <p:cNvSpPr/>
            <p:nvPr/>
          </p:nvSpPr>
          <p:spPr>
            <a:xfrm rot="19551520">
              <a:off x="3173017" y="1803654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5" name="현 11"/>
            <p:cNvSpPr/>
            <p:nvPr/>
          </p:nvSpPr>
          <p:spPr>
            <a:xfrm rot="4598853">
              <a:off x="3177086" y="1325335"/>
              <a:ext cx="149238" cy="15815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6" name="현 12"/>
            <p:cNvSpPr/>
            <p:nvPr/>
          </p:nvSpPr>
          <p:spPr>
            <a:xfrm rot="13056281">
              <a:off x="3652042" y="1633176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7" name="현 13"/>
            <p:cNvSpPr/>
            <p:nvPr/>
          </p:nvSpPr>
          <p:spPr>
            <a:xfrm rot="10800000">
              <a:off x="3631980" y="1453600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8" name="현 14"/>
            <p:cNvSpPr/>
            <p:nvPr/>
          </p:nvSpPr>
          <p:spPr>
            <a:xfrm rot="253893">
              <a:off x="3054547" y="1658983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9" name="현 15"/>
            <p:cNvSpPr/>
            <p:nvPr/>
          </p:nvSpPr>
          <p:spPr>
            <a:xfrm rot="14987951">
              <a:off x="3559424" y="1780657"/>
              <a:ext cx="149238" cy="15815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0" name="현 16"/>
            <p:cNvSpPr/>
            <p:nvPr/>
          </p:nvSpPr>
          <p:spPr>
            <a:xfrm rot="2514970">
              <a:off x="3059850" y="1473376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3" name="TextBox 5"/>
            <p:cNvSpPr txBox="1"/>
            <p:nvPr/>
          </p:nvSpPr>
          <p:spPr>
            <a:xfrm>
              <a:off x="3237782" y="1401910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dirty="0"/>
                <a:t>1</a:t>
              </a:r>
            </a:p>
            <a:p>
              <a:pPr algn="ctr"/>
              <a:r>
                <a:rPr lang="ko-KR" altLang="en-US" sz="800" dirty="0"/>
                <a:t>신부</a:t>
              </a:r>
              <a:endParaRPr lang="en-US" altLang="ko-KR" sz="800" dirty="0"/>
            </a:p>
            <a:p>
              <a:pPr algn="ctr"/>
              <a:r>
                <a:rPr lang="ko-KR" altLang="en-US" sz="800" dirty="0"/>
                <a:t>가족</a:t>
              </a:r>
            </a:p>
          </p:txBody>
        </p:sp>
      </p:grpSp>
      <p:sp>
        <p:nvSpPr>
          <p:cNvPr id="1254" name="TextBox 6"/>
          <p:cNvSpPr txBox="1"/>
          <p:nvPr/>
        </p:nvSpPr>
        <p:spPr>
          <a:xfrm>
            <a:off x="3784749" y="1412288"/>
            <a:ext cx="5325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8.(</a:t>
            </a:r>
            <a:r>
              <a:rPr lang="ko-KR" altLang="en-US" sz="800" dirty="0">
                <a:solidFill>
                  <a:schemeClr val="bg1"/>
                </a:solidFill>
              </a:rPr>
              <a:t>신부</a:t>
            </a:r>
            <a:r>
              <a:rPr lang="en-US" altLang="ko-KR" sz="800" dirty="0">
                <a:solidFill>
                  <a:schemeClr val="bg1"/>
                </a:solidFill>
              </a:rPr>
              <a:t>)</a:t>
            </a:r>
          </a:p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하객</a:t>
            </a:r>
          </a:p>
        </p:txBody>
      </p:sp>
      <p:sp>
        <p:nvSpPr>
          <p:cNvPr id="1255" name="TextBox 7"/>
          <p:cNvSpPr txBox="1"/>
          <p:nvPr/>
        </p:nvSpPr>
        <p:spPr>
          <a:xfrm>
            <a:off x="4663012" y="1464499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15</a:t>
            </a:r>
          </a:p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신부</a:t>
            </a:r>
            <a:endParaRPr lang="en-US" altLang="ko-KR" sz="800" dirty="0">
              <a:solidFill>
                <a:schemeClr val="bg1"/>
              </a:solidFill>
            </a:endParaRPr>
          </a:p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하객</a:t>
            </a:r>
          </a:p>
        </p:txBody>
      </p:sp>
      <p:sp>
        <p:nvSpPr>
          <p:cNvPr id="1258" name="TextBox 10"/>
          <p:cNvSpPr txBox="1"/>
          <p:nvPr/>
        </p:nvSpPr>
        <p:spPr>
          <a:xfrm>
            <a:off x="7030912" y="1473844"/>
            <a:ext cx="18473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600" name="제목 1"/>
          <p:cNvSpPr txBox="1">
            <a:spLocks/>
          </p:cNvSpPr>
          <p:nvPr/>
        </p:nvSpPr>
        <p:spPr>
          <a:xfrm>
            <a:off x="503373" y="6484248"/>
            <a:ext cx="8229600" cy="280407"/>
          </a:xfrm>
          <a:prstGeom prst="rect">
            <a:avLst/>
          </a:prstGeom>
          <a:solidFill>
            <a:srgbClr val="FFFF00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dirty="0"/>
              <a:t>9</a:t>
            </a:r>
            <a:r>
              <a:rPr lang="ko-KR" altLang="en-US" sz="2800" dirty="0"/>
              <a:t>인석 </a:t>
            </a:r>
            <a:r>
              <a:rPr lang="en-US" altLang="ko-KR" sz="2800" dirty="0"/>
              <a:t>* 42ea(378</a:t>
            </a:r>
            <a:r>
              <a:rPr lang="ko-KR" altLang="en-US" sz="2800" dirty="0"/>
              <a:t>석</a:t>
            </a:r>
            <a:r>
              <a:rPr lang="en-US" altLang="ko-KR" sz="2800"/>
              <a:t>)</a:t>
            </a:r>
            <a:endParaRPr lang="ko-KR" altLang="en-US" sz="2800" dirty="0"/>
          </a:p>
        </p:txBody>
      </p:sp>
      <p:sp>
        <p:nvSpPr>
          <p:cNvPr id="602" name="제목 1"/>
          <p:cNvSpPr txBox="1">
            <a:spLocks/>
          </p:cNvSpPr>
          <p:nvPr/>
        </p:nvSpPr>
        <p:spPr>
          <a:xfrm>
            <a:off x="514658" y="93685"/>
            <a:ext cx="8229600" cy="2804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dirty="0"/>
              <a:t>5</a:t>
            </a:r>
            <a:r>
              <a:rPr lang="ko-KR" altLang="en-US" sz="2000" dirty="0"/>
              <a:t>월 </a:t>
            </a:r>
            <a:r>
              <a:rPr lang="en-US" altLang="ko-KR" sz="2000" dirty="0"/>
              <a:t>11</a:t>
            </a:r>
            <a:r>
              <a:rPr lang="ko-KR" altLang="en-US" sz="2000" dirty="0"/>
              <a:t>일 </a:t>
            </a:r>
            <a:r>
              <a:rPr lang="en-US" altLang="ko-KR" sz="2000" dirty="0"/>
              <a:t>(</a:t>
            </a:r>
            <a:r>
              <a:rPr lang="ko-KR" altLang="en-US" sz="2000" dirty="0"/>
              <a:t>일</a:t>
            </a:r>
            <a:r>
              <a:rPr lang="en-US" altLang="ko-KR" sz="2000" dirty="0"/>
              <a:t>) 11:30 </a:t>
            </a:r>
            <a:r>
              <a:rPr lang="ko-KR" altLang="en-US" sz="2000" dirty="0"/>
              <a:t>서지호</a:t>
            </a:r>
            <a:r>
              <a:rPr lang="en-US" altLang="ko-KR" sz="2000" dirty="0"/>
              <a:t>&amp;</a:t>
            </a:r>
            <a:r>
              <a:rPr lang="ko-KR" altLang="en-US" sz="2000" dirty="0"/>
              <a:t>이미현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4827583F-D813-271F-C412-CB595AC3FBAA}"/>
              </a:ext>
            </a:extLst>
          </p:cNvPr>
          <p:cNvGrpSpPr/>
          <p:nvPr/>
        </p:nvGrpSpPr>
        <p:grpSpPr>
          <a:xfrm>
            <a:off x="3679845" y="1279267"/>
            <a:ext cx="755653" cy="720080"/>
            <a:chOff x="3054547" y="1279267"/>
            <a:chExt cx="755653" cy="720080"/>
          </a:xfrm>
        </p:grpSpPr>
        <p:sp>
          <p:nvSpPr>
            <p:cNvPr id="32" name="현 17">
              <a:extLst>
                <a:ext uri="{FF2B5EF4-FFF2-40B4-BE49-F238E27FC236}">
                  <a16:creationId xmlns:a16="http://schemas.microsoft.com/office/drawing/2014/main" id="{D9C9876B-0242-F5E7-0972-1835CBB8AE73}"/>
                </a:ext>
              </a:extLst>
            </p:cNvPr>
            <p:cNvSpPr/>
            <p:nvPr/>
          </p:nvSpPr>
          <p:spPr>
            <a:xfrm rot="6802860">
              <a:off x="3350961" y="1274807"/>
              <a:ext cx="149238" cy="15815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">
              <a:extLst>
                <a:ext uri="{FF2B5EF4-FFF2-40B4-BE49-F238E27FC236}">
                  <a16:creationId xmlns:a16="http://schemas.microsoft.com/office/drawing/2014/main" id="{46013999-B9AB-7281-A8E6-688D19431568}"/>
                </a:ext>
              </a:extLst>
            </p:cNvPr>
            <p:cNvSpPr/>
            <p:nvPr/>
          </p:nvSpPr>
          <p:spPr>
            <a:xfrm>
              <a:off x="3171480" y="1397447"/>
              <a:ext cx="514740" cy="48570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300" dirty="0"/>
            </a:p>
          </p:txBody>
        </p:sp>
        <p:sp>
          <p:nvSpPr>
            <p:cNvPr id="34" name="현 33">
              <a:extLst>
                <a:ext uri="{FF2B5EF4-FFF2-40B4-BE49-F238E27FC236}">
                  <a16:creationId xmlns:a16="http://schemas.microsoft.com/office/drawing/2014/main" id="{F42635BF-E9AE-F2CA-3812-FC50906D696C}"/>
                </a:ext>
              </a:extLst>
            </p:cNvPr>
            <p:cNvSpPr/>
            <p:nvPr/>
          </p:nvSpPr>
          <p:spPr>
            <a:xfrm rot="17541756">
              <a:off x="3361301" y="1845649"/>
              <a:ext cx="149238" cy="15815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현 21">
              <a:extLst>
                <a:ext uri="{FF2B5EF4-FFF2-40B4-BE49-F238E27FC236}">
                  <a16:creationId xmlns:a16="http://schemas.microsoft.com/office/drawing/2014/main" id="{A0890818-47BC-2B5E-2786-310578DDBEE8}"/>
                </a:ext>
              </a:extLst>
            </p:cNvPr>
            <p:cNvSpPr/>
            <p:nvPr/>
          </p:nvSpPr>
          <p:spPr>
            <a:xfrm rot="8812624">
              <a:off x="3525534" y="1326775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현 10">
              <a:extLst>
                <a:ext uri="{FF2B5EF4-FFF2-40B4-BE49-F238E27FC236}">
                  <a16:creationId xmlns:a16="http://schemas.microsoft.com/office/drawing/2014/main" id="{E2FEB7E4-16E9-1B9C-5294-EBC390328786}"/>
                </a:ext>
              </a:extLst>
            </p:cNvPr>
            <p:cNvSpPr/>
            <p:nvPr/>
          </p:nvSpPr>
          <p:spPr>
            <a:xfrm rot="19551520">
              <a:off x="3173017" y="1803654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현 11">
              <a:extLst>
                <a:ext uri="{FF2B5EF4-FFF2-40B4-BE49-F238E27FC236}">
                  <a16:creationId xmlns:a16="http://schemas.microsoft.com/office/drawing/2014/main" id="{B84F58E6-CC48-9C62-2D3D-8083195D63FD}"/>
                </a:ext>
              </a:extLst>
            </p:cNvPr>
            <p:cNvSpPr/>
            <p:nvPr/>
          </p:nvSpPr>
          <p:spPr>
            <a:xfrm rot="4598853">
              <a:off x="3177086" y="1325335"/>
              <a:ext cx="149238" cy="15815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현 12">
              <a:extLst>
                <a:ext uri="{FF2B5EF4-FFF2-40B4-BE49-F238E27FC236}">
                  <a16:creationId xmlns:a16="http://schemas.microsoft.com/office/drawing/2014/main" id="{E010D864-9119-0BE0-176A-B5F87221E4B4}"/>
                </a:ext>
              </a:extLst>
            </p:cNvPr>
            <p:cNvSpPr/>
            <p:nvPr/>
          </p:nvSpPr>
          <p:spPr>
            <a:xfrm rot="13056281">
              <a:off x="3652042" y="1633176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현 13">
              <a:extLst>
                <a:ext uri="{FF2B5EF4-FFF2-40B4-BE49-F238E27FC236}">
                  <a16:creationId xmlns:a16="http://schemas.microsoft.com/office/drawing/2014/main" id="{F0916BB9-9E51-0AE7-8AC4-33C7FF451659}"/>
                </a:ext>
              </a:extLst>
            </p:cNvPr>
            <p:cNvSpPr/>
            <p:nvPr/>
          </p:nvSpPr>
          <p:spPr>
            <a:xfrm rot="10800000">
              <a:off x="3631980" y="1453600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현 14">
              <a:extLst>
                <a:ext uri="{FF2B5EF4-FFF2-40B4-BE49-F238E27FC236}">
                  <a16:creationId xmlns:a16="http://schemas.microsoft.com/office/drawing/2014/main" id="{8F399BAC-1F63-CA15-207C-8CCECD1C8D90}"/>
                </a:ext>
              </a:extLst>
            </p:cNvPr>
            <p:cNvSpPr/>
            <p:nvPr/>
          </p:nvSpPr>
          <p:spPr>
            <a:xfrm rot="253893">
              <a:off x="3054547" y="1658983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현 15">
              <a:extLst>
                <a:ext uri="{FF2B5EF4-FFF2-40B4-BE49-F238E27FC236}">
                  <a16:creationId xmlns:a16="http://schemas.microsoft.com/office/drawing/2014/main" id="{A391E8DA-357C-DB60-62B7-92937C8B1ADC}"/>
                </a:ext>
              </a:extLst>
            </p:cNvPr>
            <p:cNvSpPr/>
            <p:nvPr/>
          </p:nvSpPr>
          <p:spPr>
            <a:xfrm rot="14987951">
              <a:off x="3559424" y="1780657"/>
              <a:ext cx="149238" cy="15815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현 16">
              <a:extLst>
                <a:ext uri="{FF2B5EF4-FFF2-40B4-BE49-F238E27FC236}">
                  <a16:creationId xmlns:a16="http://schemas.microsoft.com/office/drawing/2014/main" id="{33CCED84-8574-81C8-A2CB-31DFA6A02AE6}"/>
                </a:ext>
              </a:extLst>
            </p:cNvPr>
            <p:cNvSpPr/>
            <p:nvPr/>
          </p:nvSpPr>
          <p:spPr>
            <a:xfrm rot="2514970">
              <a:off x="3059850" y="1473376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TextBox 5">
              <a:extLst>
                <a:ext uri="{FF2B5EF4-FFF2-40B4-BE49-F238E27FC236}">
                  <a16:creationId xmlns:a16="http://schemas.microsoft.com/office/drawing/2014/main" id="{BCEA357E-57FC-E10F-C85A-F54C43E2E497}"/>
                </a:ext>
              </a:extLst>
            </p:cNvPr>
            <p:cNvSpPr txBox="1"/>
            <p:nvPr/>
          </p:nvSpPr>
          <p:spPr>
            <a:xfrm>
              <a:off x="3237782" y="1401910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dirty="0"/>
                <a:t>8</a:t>
              </a:r>
            </a:p>
            <a:p>
              <a:pPr algn="ctr"/>
              <a:r>
                <a:rPr lang="ko-KR" altLang="en-US" sz="800" dirty="0"/>
                <a:t>신부</a:t>
              </a:r>
              <a:endParaRPr lang="en-US" altLang="ko-KR" sz="800" dirty="0"/>
            </a:p>
            <a:p>
              <a:pPr algn="ctr"/>
              <a:r>
                <a:rPr lang="ko-KR" altLang="en-US" sz="800" dirty="0"/>
                <a:t>하객</a:t>
              </a: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4E0185F4-479F-F99F-DB50-305E4FE5FBEE}"/>
              </a:ext>
            </a:extLst>
          </p:cNvPr>
          <p:cNvGrpSpPr/>
          <p:nvPr/>
        </p:nvGrpSpPr>
        <p:grpSpPr>
          <a:xfrm>
            <a:off x="4455671" y="1279267"/>
            <a:ext cx="755653" cy="720080"/>
            <a:chOff x="3054547" y="1279267"/>
            <a:chExt cx="755653" cy="720080"/>
          </a:xfrm>
        </p:grpSpPr>
        <p:sp>
          <p:nvSpPr>
            <p:cNvPr id="45" name="현 17">
              <a:extLst>
                <a:ext uri="{FF2B5EF4-FFF2-40B4-BE49-F238E27FC236}">
                  <a16:creationId xmlns:a16="http://schemas.microsoft.com/office/drawing/2014/main" id="{DAF870E2-DFD6-04B1-5F1D-31E3D97F2BF7}"/>
                </a:ext>
              </a:extLst>
            </p:cNvPr>
            <p:cNvSpPr/>
            <p:nvPr/>
          </p:nvSpPr>
          <p:spPr>
            <a:xfrm rot="6802860">
              <a:off x="3350961" y="1274807"/>
              <a:ext cx="149238" cy="15815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타원 3">
              <a:extLst>
                <a:ext uri="{FF2B5EF4-FFF2-40B4-BE49-F238E27FC236}">
                  <a16:creationId xmlns:a16="http://schemas.microsoft.com/office/drawing/2014/main" id="{CEC2F3F1-7216-D60F-2695-278D9C37209F}"/>
                </a:ext>
              </a:extLst>
            </p:cNvPr>
            <p:cNvSpPr/>
            <p:nvPr/>
          </p:nvSpPr>
          <p:spPr>
            <a:xfrm>
              <a:off x="3171480" y="1397447"/>
              <a:ext cx="514740" cy="48570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300" dirty="0"/>
            </a:p>
          </p:txBody>
        </p:sp>
        <p:sp>
          <p:nvSpPr>
            <p:cNvPr id="47" name="현 46">
              <a:extLst>
                <a:ext uri="{FF2B5EF4-FFF2-40B4-BE49-F238E27FC236}">
                  <a16:creationId xmlns:a16="http://schemas.microsoft.com/office/drawing/2014/main" id="{01511B79-FA9E-72E4-BFAA-DE23FD1E04F6}"/>
                </a:ext>
              </a:extLst>
            </p:cNvPr>
            <p:cNvSpPr/>
            <p:nvPr/>
          </p:nvSpPr>
          <p:spPr>
            <a:xfrm rot="17541756">
              <a:off x="3361301" y="1845649"/>
              <a:ext cx="149238" cy="15815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현 21">
              <a:extLst>
                <a:ext uri="{FF2B5EF4-FFF2-40B4-BE49-F238E27FC236}">
                  <a16:creationId xmlns:a16="http://schemas.microsoft.com/office/drawing/2014/main" id="{704715BF-7C54-BF54-9261-A3CAAF0921EB}"/>
                </a:ext>
              </a:extLst>
            </p:cNvPr>
            <p:cNvSpPr/>
            <p:nvPr/>
          </p:nvSpPr>
          <p:spPr>
            <a:xfrm rot="8812624">
              <a:off x="3525534" y="1326775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현 10">
              <a:extLst>
                <a:ext uri="{FF2B5EF4-FFF2-40B4-BE49-F238E27FC236}">
                  <a16:creationId xmlns:a16="http://schemas.microsoft.com/office/drawing/2014/main" id="{B4A33B59-5263-73C2-A3CC-DAFA0A2ABC8A}"/>
                </a:ext>
              </a:extLst>
            </p:cNvPr>
            <p:cNvSpPr/>
            <p:nvPr/>
          </p:nvSpPr>
          <p:spPr>
            <a:xfrm rot="19551520">
              <a:off x="3173017" y="1803654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현 11">
              <a:extLst>
                <a:ext uri="{FF2B5EF4-FFF2-40B4-BE49-F238E27FC236}">
                  <a16:creationId xmlns:a16="http://schemas.microsoft.com/office/drawing/2014/main" id="{CB459AF5-B1C9-AD20-A580-EDAC6DDA34A8}"/>
                </a:ext>
              </a:extLst>
            </p:cNvPr>
            <p:cNvSpPr/>
            <p:nvPr/>
          </p:nvSpPr>
          <p:spPr>
            <a:xfrm rot="4598853">
              <a:off x="3177086" y="1325335"/>
              <a:ext cx="149238" cy="15815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현 12">
              <a:extLst>
                <a:ext uri="{FF2B5EF4-FFF2-40B4-BE49-F238E27FC236}">
                  <a16:creationId xmlns:a16="http://schemas.microsoft.com/office/drawing/2014/main" id="{C59C6DFC-CAB6-92B6-0A17-4C9830DB34FF}"/>
                </a:ext>
              </a:extLst>
            </p:cNvPr>
            <p:cNvSpPr/>
            <p:nvPr/>
          </p:nvSpPr>
          <p:spPr>
            <a:xfrm rot="13056281">
              <a:off x="3652042" y="1633176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현 13">
              <a:extLst>
                <a:ext uri="{FF2B5EF4-FFF2-40B4-BE49-F238E27FC236}">
                  <a16:creationId xmlns:a16="http://schemas.microsoft.com/office/drawing/2014/main" id="{9E5EAC8E-83BB-0211-4E1F-6C444537588C}"/>
                </a:ext>
              </a:extLst>
            </p:cNvPr>
            <p:cNvSpPr/>
            <p:nvPr/>
          </p:nvSpPr>
          <p:spPr>
            <a:xfrm rot="10800000">
              <a:off x="3631980" y="1453600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현 14">
              <a:extLst>
                <a:ext uri="{FF2B5EF4-FFF2-40B4-BE49-F238E27FC236}">
                  <a16:creationId xmlns:a16="http://schemas.microsoft.com/office/drawing/2014/main" id="{EE6F3AEA-02F5-6C7D-9929-6E21666E2C21}"/>
                </a:ext>
              </a:extLst>
            </p:cNvPr>
            <p:cNvSpPr/>
            <p:nvPr/>
          </p:nvSpPr>
          <p:spPr>
            <a:xfrm rot="253893">
              <a:off x="3054547" y="1658983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현 15">
              <a:extLst>
                <a:ext uri="{FF2B5EF4-FFF2-40B4-BE49-F238E27FC236}">
                  <a16:creationId xmlns:a16="http://schemas.microsoft.com/office/drawing/2014/main" id="{4C4A9E8D-8220-41C4-07C5-D71A52FBB0B3}"/>
                </a:ext>
              </a:extLst>
            </p:cNvPr>
            <p:cNvSpPr/>
            <p:nvPr/>
          </p:nvSpPr>
          <p:spPr>
            <a:xfrm rot="14987951">
              <a:off x="3559424" y="1780657"/>
              <a:ext cx="149238" cy="15815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현 16">
              <a:extLst>
                <a:ext uri="{FF2B5EF4-FFF2-40B4-BE49-F238E27FC236}">
                  <a16:creationId xmlns:a16="http://schemas.microsoft.com/office/drawing/2014/main" id="{8FFEE64D-4907-ABA8-2905-777E3B2644DD}"/>
                </a:ext>
              </a:extLst>
            </p:cNvPr>
            <p:cNvSpPr/>
            <p:nvPr/>
          </p:nvSpPr>
          <p:spPr>
            <a:xfrm rot="2514970">
              <a:off x="3059850" y="1473376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TextBox 5">
              <a:extLst>
                <a:ext uri="{FF2B5EF4-FFF2-40B4-BE49-F238E27FC236}">
                  <a16:creationId xmlns:a16="http://schemas.microsoft.com/office/drawing/2014/main" id="{6C88AEEA-E565-74F4-DE71-CDD75791077B}"/>
                </a:ext>
              </a:extLst>
            </p:cNvPr>
            <p:cNvSpPr txBox="1"/>
            <p:nvPr/>
          </p:nvSpPr>
          <p:spPr>
            <a:xfrm>
              <a:off x="3237782" y="1401910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dirty="0"/>
                <a:t>15</a:t>
              </a:r>
            </a:p>
            <a:p>
              <a:pPr algn="ctr"/>
              <a:r>
                <a:rPr lang="ko-KR" altLang="en-US" sz="800" dirty="0"/>
                <a:t>신부</a:t>
              </a:r>
              <a:endParaRPr lang="en-US" altLang="ko-KR" sz="800" dirty="0"/>
            </a:p>
            <a:p>
              <a:pPr algn="ctr"/>
              <a:r>
                <a:rPr lang="ko-KR" altLang="en-US" sz="800" dirty="0"/>
                <a:t>하객</a:t>
              </a:r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05D7459C-02FB-12C2-3266-FB64C8F22851}"/>
              </a:ext>
            </a:extLst>
          </p:cNvPr>
          <p:cNvGrpSpPr/>
          <p:nvPr/>
        </p:nvGrpSpPr>
        <p:grpSpPr>
          <a:xfrm>
            <a:off x="5255938" y="1279267"/>
            <a:ext cx="755653" cy="720080"/>
            <a:chOff x="3054547" y="1279267"/>
            <a:chExt cx="755653" cy="720080"/>
          </a:xfrm>
        </p:grpSpPr>
        <p:sp>
          <p:nvSpPr>
            <p:cNvPr id="58" name="현 17">
              <a:extLst>
                <a:ext uri="{FF2B5EF4-FFF2-40B4-BE49-F238E27FC236}">
                  <a16:creationId xmlns:a16="http://schemas.microsoft.com/office/drawing/2014/main" id="{C042E823-5236-6C13-8FA3-53A662227654}"/>
                </a:ext>
              </a:extLst>
            </p:cNvPr>
            <p:cNvSpPr/>
            <p:nvPr/>
          </p:nvSpPr>
          <p:spPr>
            <a:xfrm rot="6802860">
              <a:off x="3350961" y="1274807"/>
              <a:ext cx="149238" cy="15815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타원 3">
              <a:extLst>
                <a:ext uri="{FF2B5EF4-FFF2-40B4-BE49-F238E27FC236}">
                  <a16:creationId xmlns:a16="http://schemas.microsoft.com/office/drawing/2014/main" id="{38624573-6AC1-A020-EB43-DA0AE69147FD}"/>
                </a:ext>
              </a:extLst>
            </p:cNvPr>
            <p:cNvSpPr/>
            <p:nvPr/>
          </p:nvSpPr>
          <p:spPr>
            <a:xfrm>
              <a:off x="3171480" y="1397447"/>
              <a:ext cx="514740" cy="48570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300" dirty="0"/>
            </a:p>
          </p:txBody>
        </p:sp>
        <p:sp>
          <p:nvSpPr>
            <p:cNvPr id="60" name="현 59">
              <a:extLst>
                <a:ext uri="{FF2B5EF4-FFF2-40B4-BE49-F238E27FC236}">
                  <a16:creationId xmlns:a16="http://schemas.microsoft.com/office/drawing/2014/main" id="{72B719D2-3E3F-F3BB-F390-730CC1389E93}"/>
                </a:ext>
              </a:extLst>
            </p:cNvPr>
            <p:cNvSpPr/>
            <p:nvPr/>
          </p:nvSpPr>
          <p:spPr>
            <a:xfrm rot="17541756">
              <a:off x="3361301" y="1845649"/>
              <a:ext cx="149238" cy="15815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현 21">
              <a:extLst>
                <a:ext uri="{FF2B5EF4-FFF2-40B4-BE49-F238E27FC236}">
                  <a16:creationId xmlns:a16="http://schemas.microsoft.com/office/drawing/2014/main" id="{AF52223B-B109-8A7B-B7DA-50C359F47986}"/>
                </a:ext>
              </a:extLst>
            </p:cNvPr>
            <p:cNvSpPr/>
            <p:nvPr/>
          </p:nvSpPr>
          <p:spPr>
            <a:xfrm rot="8812624">
              <a:off x="3525534" y="1326775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현 10">
              <a:extLst>
                <a:ext uri="{FF2B5EF4-FFF2-40B4-BE49-F238E27FC236}">
                  <a16:creationId xmlns:a16="http://schemas.microsoft.com/office/drawing/2014/main" id="{695E9800-E9D0-7DFB-BCFF-B1362D254B17}"/>
                </a:ext>
              </a:extLst>
            </p:cNvPr>
            <p:cNvSpPr/>
            <p:nvPr/>
          </p:nvSpPr>
          <p:spPr>
            <a:xfrm rot="19551520">
              <a:off x="3173017" y="1803654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현 11">
              <a:extLst>
                <a:ext uri="{FF2B5EF4-FFF2-40B4-BE49-F238E27FC236}">
                  <a16:creationId xmlns:a16="http://schemas.microsoft.com/office/drawing/2014/main" id="{B6AABAF0-793D-3493-2464-8D00BA11378C}"/>
                </a:ext>
              </a:extLst>
            </p:cNvPr>
            <p:cNvSpPr/>
            <p:nvPr/>
          </p:nvSpPr>
          <p:spPr>
            <a:xfrm rot="4598853">
              <a:off x="3177086" y="1325335"/>
              <a:ext cx="149238" cy="15815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6" name="현 12">
              <a:extLst>
                <a:ext uri="{FF2B5EF4-FFF2-40B4-BE49-F238E27FC236}">
                  <a16:creationId xmlns:a16="http://schemas.microsoft.com/office/drawing/2014/main" id="{E5FF3E83-AE9A-046E-665F-73E898798F2E}"/>
                </a:ext>
              </a:extLst>
            </p:cNvPr>
            <p:cNvSpPr/>
            <p:nvPr/>
          </p:nvSpPr>
          <p:spPr>
            <a:xfrm rot="13056281">
              <a:off x="3652042" y="1633176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7" name="현 13">
              <a:extLst>
                <a:ext uri="{FF2B5EF4-FFF2-40B4-BE49-F238E27FC236}">
                  <a16:creationId xmlns:a16="http://schemas.microsoft.com/office/drawing/2014/main" id="{116CB8BD-BCCE-4699-DBAE-D945302ECCBB}"/>
                </a:ext>
              </a:extLst>
            </p:cNvPr>
            <p:cNvSpPr/>
            <p:nvPr/>
          </p:nvSpPr>
          <p:spPr>
            <a:xfrm rot="10800000">
              <a:off x="3631980" y="1453600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8" name="현 14">
              <a:extLst>
                <a:ext uri="{FF2B5EF4-FFF2-40B4-BE49-F238E27FC236}">
                  <a16:creationId xmlns:a16="http://schemas.microsoft.com/office/drawing/2014/main" id="{7509156A-9CC3-CC1F-C0F8-D50C6096F286}"/>
                </a:ext>
              </a:extLst>
            </p:cNvPr>
            <p:cNvSpPr/>
            <p:nvPr/>
          </p:nvSpPr>
          <p:spPr>
            <a:xfrm rot="253893">
              <a:off x="3054547" y="1658983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9" name="현 15">
              <a:extLst>
                <a:ext uri="{FF2B5EF4-FFF2-40B4-BE49-F238E27FC236}">
                  <a16:creationId xmlns:a16="http://schemas.microsoft.com/office/drawing/2014/main" id="{A89A7385-67DF-25C0-3FDF-F23063EA27FA}"/>
                </a:ext>
              </a:extLst>
            </p:cNvPr>
            <p:cNvSpPr/>
            <p:nvPr/>
          </p:nvSpPr>
          <p:spPr>
            <a:xfrm rot="14987951">
              <a:off x="3559424" y="1780657"/>
              <a:ext cx="149238" cy="15815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0" name="현 16">
              <a:extLst>
                <a:ext uri="{FF2B5EF4-FFF2-40B4-BE49-F238E27FC236}">
                  <a16:creationId xmlns:a16="http://schemas.microsoft.com/office/drawing/2014/main" id="{E99FF9F4-9644-7809-AB64-FF4D970F03FA}"/>
                </a:ext>
              </a:extLst>
            </p:cNvPr>
            <p:cNvSpPr/>
            <p:nvPr/>
          </p:nvSpPr>
          <p:spPr>
            <a:xfrm rot="2514970">
              <a:off x="3059850" y="1473376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1" name="TextBox 5">
              <a:extLst>
                <a:ext uri="{FF2B5EF4-FFF2-40B4-BE49-F238E27FC236}">
                  <a16:creationId xmlns:a16="http://schemas.microsoft.com/office/drawing/2014/main" id="{77A78947-FEFA-C405-03E4-A8C745A3FCF3}"/>
                </a:ext>
              </a:extLst>
            </p:cNvPr>
            <p:cNvSpPr txBox="1"/>
            <p:nvPr/>
          </p:nvSpPr>
          <p:spPr>
            <a:xfrm>
              <a:off x="3237782" y="1401910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dirty="0"/>
                <a:t>22</a:t>
              </a:r>
            </a:p>
            <a:p>
              <a:pPr algn="ctr"/>
              <a:r>
                <a:rPr lang="ko-KR" altLang="en-US" sz="800" dirty="0"/>
                <a:t>혼주</a:t>
              </a:r>
              <a:endParaRPr lang="en-US" altLang="ko-KR" sz="800" dirty="0"/>
            </a:p>
            <a:p>
              <a:pPr algn="ctr"/>
              <a:r>
                <a:rPr lang="ko-KR" altLang="en-US" sz="800" dirty="0"/>
                <a:t>하객</a:t>
              </a:r>
            </a:p>
          </p:txBody>
        </p:sp>
      </p:grpSp>
      <p:grpSp>
        <p:nvGrpSpPr>
          <p:cNvPr id="584" name="그룹 583">
            <a:extLst>
              <a:ext uri="{FF2B5EF4-FFF2-40B4-BE49-F238E27FC236}">
                <a16:creationId xmlns:a16="http://schemas.microsoft.com/office/drawing/2014/main" id="{CC93D348-B8D7-FAAB-D60C-7ED356CCEA51}"/>
              </a:ext>
            </a:extLst>
          </p:cNvPr>
          <p:cNvGrpSpPr/>
          <p:nvPr/>
        </p:nvGrpSpPr>
        <p:grpSpPr>
          <a:xfrm>
            <a:off x="6093676" y="1279267"/>
            <a:ext cx="755653" cy="720080"/>
            <a:chOff x="3054547" y="1279267"/>
            <a:chExt cx="755653" cy="720080"/>
          </a:xfrm>
        </p:grpSpPr>
        <p:sp>
          <p:nvSpPr>
            <p:cNvPr id="585" name="현 17">
              <a:extLst>
                <a:ext uri="{FF2B5EF4-FFF2-40B4-BE49-F238E27FC236}">
                  <a16:creationId xmlns:a16="http://schemas.microsoft.com/office/drawing/2014/main" id="{64406904-A3A4-2F0B-047A-3056D9B1C734}"/>
                </a:ext>
              </a:extLst>
            </p:cNvPr>
            <p:cNvSpPr/>
            <p:nvPr/>
          </p:nvSpPr>
          <p:spPr>
            <a:xfrm rot="6802860">
              <a:off x="3350961" y="1274807"/>
              <a:ext cx="149238" cy="15815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6" name="타원 3">
              <a:extLst>
                <a:ext uri="{FF2B5EF4-FFF2-40B4-BE49-F238E27FC236}">
                  <a16:creationId xmlns:a16="http://schemas.microsoft.com/office/drawing/2014/main" id="{7C101BAB-3236-8054-F78D-18AB0CDE6EAD}"/>
                </a:ext>
              </a:extLst>
            </p:cNvPr>
            <p:cNvSpPr/>
            <p:nvPr/>
          </p:nvSpPr>
          <p:spPr>
            <a:xfrm>
              <a:off x="3171480" y="1397447"/>
              <a:ext cx="514740" cy="48570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300" dirty="0"/>
            </a:p>
          </p:txBody>
        </p:sp>
        <p:sp>
          <p:nvSpPr>
            <p:cNvPr id="587" name="현 586">
              <a:extLst>
                <a:ext uri="{FF2B5EF4-FFF2-40B4-BE49-F238E27FC236}">
                  <a16:creationId xmlns:a16="http://schemas.microsoft.com/office/drawing/2014/main" id="{7982AD53-A8EF-50DC-5456-5A60A674A983}"/>
                </a:ext>
              </a:extLst>
            </p:cNvPr>
            <p:cNvSpPr/>
            <p:nvPr/>
          </p:nvSpPr>
          <p:spPr>
            <a:xfrm rot="17541756">
              <a:off x="3361301" y="1845649"/>
              <a:ext cx="149238" cy="15815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8" name="현 21">
              <a:extLst>
                <a:ext uri="{FF2B5EF4-FFF2-40B4-BE49-F238E27FC236}">
                  <a16:creationId xmlns:a16="http://schemas.microsoft.com/office/drawing/2014/main" id="{033F6FE1-E479-6CDE-0266-EA8DBF4F800C}"/>
                </a:ext>
              </a:extLst>
            </p:cNvPr>
            <p:cNvSpPr/>
            <p:nvPr/>
          </p:nvSpPr>
          <p:spPr>
            <a:xfrm rot="8812624">
              <a:off x="3525534" y="1326775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9" name="현 10">
              <a:extLst>
                <a:ext uri="{FF2B5EF4-FFF2-40B4-BE49-F238E27FC236}">
                  <a16:creationId xmlns:a16="http://schemas.microsoft.com/office/drawing/2014/main" id="{3855C85E-515F-FC7E-AFE0-372F1293A98B}"/>
                </a:ext>
              </a:extLst>
            </p:cNvPr>
            <p:cNvSpPr/>
            <p:nvPr/>
          </p:nvSpPr>
          <p:spPr>
            <a:xfrm rot="19551520">
              <a:off x="3173017" y="1803654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0" name="현 11">
              <a:extLst>
                <a:ext uri="{FF2B5EF4-FFF2-40B4-BE49-F238E27FC236}">
                  <a16:creationId xmlns:a16="http://schemas.microsoft.com/office/drawing/2014/main" id="{F87BAF52-808F-5F3E-BBB6-2E272B184119}"/>
                </a:ext>
              </a:extLst>
            </p:cNvPr>
            <p:cNvSpPr/>
            <p:nvPr/>
          </p:nvSpPr>
          <p:spPr>
            <a:xfrm rot="4598853">
              <a:off x="3177086" y="1325335"/>
              <a:ext cx="149238" cy="15815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1" name="현 12">
              <a:extLst>
                <a:ext uri="{FF2B5EF4-FFF2-40B4-BE49-F238E27FC236}">
                  <a16:creationId xmlns:a16="http://schemas.microsoft.com/office/drawing/2014/main" id="{508DA092-EB8E-EE02-31EB-8282C9596E11}"/>
                </a:ext>
              </a:extLst>
            </p:cNvPr>
            <p:cNvSpPr/>
            <p:nvPr/>
          </p:nvSpPr>
          <p:spPr>
            <a:xfrm rot="13056281">
              <a:off x="3652042" y="1633176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2" name="현 13">
              <a:extLst>
                <a:ext uri="{FF2B5EF4-FFF2-40B4-BE49-F238E27FC236}">
                  <a16:creationId xmlns:a16="http://schemas.microsoft.com/office/drawing/2014/main" id="{C31117AE-BE5D-6BF1-6733-0AC8019F1A02}"/>
                </a:ext>
              </a:extLst>
            </p:cNvPr>
            <p:cNvSpPr/>
            <p:nvPr/>
          </p:nvSpPr>
          <p:spPr>
            <a:xfrm rot="10800000">
              <a:off x="3631980" y="1453600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3" name="현 14">
              <a:extLst>
                <a:ext uri="{FF2B5EF4-FFF2-40B4-BE49-F238E27FC236}">
                  <a16:creationId xmlns:a16="http://schemas.microsoft.com/office/drawing/2014/main" id="{1E4AF65A-53C0-78D9-E20E-80543B78AE67}"/>
                </a:ext>
              </a:extLst>
            </p:cNvPr>
            <p:cNvSpPr/>
            <p:nvPr/>
          </p:nvSpPr>
          <p:spPr>
            <a:xfrm rot="253893">
              <a:off x="3054547" y="1658983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4" name="현 15">
              <a:extLst>
                <a:ext uri="{FF2B5EF4-FFF2-40B4-BE49-F238E27FC236}">
                  <a16:creationId xmlns:a16="http://schemas.microsoft.com/office/drawing/2014/main" id="{58759F22-A767-40B3-6CD8-233548F4253C}"/>
                </a:ext>
              </a:extLst>
            </p:cNvPr>
            <p:cNvSpPr/>
            <p:nvPr/>
          </p:nvSpPr>
          <p:spPr>
            <a:xfrm rot="14987951">
              <a:off x="3559424" y="1780657"/>
              <a:ext cx="149238" cy="15815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5" name="현 16">
              <a:extLst>
                <a:ext uri="{FF2B5EF4-FFF2-40B4-BE49-F238E27FC236}">
                  <a16:creationId xmlns:a16="http://schemas.microsoft.com/office/drawing/2014/main" id="{9044B353-1087-151F-F401-3163004B4877}"/>
                </a:ext>
              </a:extLst>
            </p:cNvPr>
            <p:cNvSpPr/>
            <p:nvPr/>
          </p:nvSpPr>
          <p:spPr>
            <a:xfrm rot="2514970">
              <a:off x="3059850" y="1473376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6" name="TextBox 5">
              <a:extLst>
                <a:ext uri="{FF2B5EF4-FFF2-40B4-BE49-F238E27FC236}">
                  <a16:creationId xmlns:a16="http://schemas.microsoft.com/office/drawing/2014/main" id="{26130A20-5A72-FD58-4882-28A6A73EC63E}"/>
                </a:ext>
              </a:extLst>
            </p:cNvPr>
            <p:cNvSpPr txBox="1"/>
            <p:nvPr/>
          </p:nvSpPr>
          <p:spPr>
            <a:xfrm>
              <a:off x="3237782" y="1401910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dirty="0"/>
                <a:t>29</a:t>
              </a:r>
            </a:p>
            <a:p>
              <a:pPr algn="ctr"/>
              <a:r>
                <a:rPr lang="ko-KR" altLang="en-US" sz="800" dirty="0"/>
                <a:t>혼주</a:t>
              </a:r>
              <a:endParaRPr lang="en-US" altLang="ko-KR" sz="800" dirty="0"/>
            </a:p>
            <a:p>
              <a:pPr algn="ctr"/>
              <a:r>
                <a:rPr lang="ko-KR" altLang="en-US" sz="800" dirty="0"/>
                <a:t>하객</a:t>
              </a:r>
            </a:p>
          </p:txBody>
        </p:sp>
      </p:grpSp>
      <p:grpSp>
        <p:nvGrpSpPr>
          <p:cNvPr id="597" name="그룹 596">
            <a:extLst>
              <a:ext uri="{FF2B5EF4-FFF2-40B4-BE49-F238E27FC236}">
                <a16:creationId xmlns:a16="http://schemas.microsoft.com/office/drawing/2014/main" id="{A83B1918-E777-6059-83AD-AE903D59455F}"/>
              </a:ext>
            </a:extLst>
          </p:cNvPr>
          <p:cNvGrpSpPr/>
          <p:nvPr/>
        </p:nvGrpSpPr>
        <p:grpSpPr>
          <a:xfrm>
            <a:off x="6909598" y="1279267"/>
            <a:ext cx="755653" cy="720080"/>
            <a:chOff x="3054547" y="1279267"/>
            <a:chExt cx="755653" cy="720080"/>
          </a:xfrm>
        </p:grpSpPr>
        <p:sp>
          <p:nvSpPr>
            <p:cNvPr id="598" name="현 17">
              <a:extLst>
                <a:ext uri="{FF2B5EF4-FFF2-40B4-BE49-F238E27FC236}">
                  <a16:creationId xmlns:a16="http://schemas.microsoft.com/office/drawing/2014/main" id="{E3E5AE5B-0761-DBE1-690E-77B0D6BC9828}"/>
                </a:ext>
              </a:extLst>
            </p:cNvPr>
            <p:cNvSpPr/>
            <p:nvPr/>
          </p:nvSpPr>
          <p:spPr>
            <a:xfrm rot="6802860">
              <a:off x="3350961" y="1274807"/>
              <a:ext cx="149238" cy="15815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9" name="타원 3">
              <a:extLst>
                <a:ext uri="{FF2B5EF4-FFF2-40B4-BE49-F238E27FC236}">
                  <a16:creationId xmlns:a16="http://schemas.microsoft.com/office/drawing/2014/main" id="{32461056-84BF-FE95-DEA4-E221082E2376}"/>
                </a:ext>
              </a:extLst>
            </p:cNvPr>
            <p:cNvSpPr/>
            <p:nvPr/>
          </p:nvSpPr>
          <p:spPr>
            <a:xfrm>
              <a:off x="3171480" y="1397447"/>
              <a:ext cx="514740" cy="48570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300" dirty="0"/>
            </a:p>
          </p:txBody>
        </p:sp>
        <p:sp>
          <p:nvSpPr>
            <p:cNvPr id="601" name="현 600">
              <a:extLst>
                <a:ext uri="{FF2B5EF4-FFF2-40B4-BE49-F238E27FC236}">
                  <a16:creationId xmlns:a16="http://schemas.microsoft.com/office/drawing/2014/main" id="{5F5BE802-CDC5-5068-451A-35FDD01FE871}"/>
                </a:ext>
              </a:extLst>
            </p:cNvPr>
            <p:cNvSpPr/>
            <p:nvPr/>
          </p:nvSpPr>
          <p:spPr>
            <a:xfrm rot="17541756">
              <a:off x="3361301" y="1845649"/>
              <a:ext cx="149238" cy="15815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3" name="현 21">
              <a:extLst>
                <a:ext uri="{FF2B5EF4-FFF2-40B4-BE49-F238E27FC236}">
                  <a16:creationId xmlns:a16="http://schemas.microsoft.com/office/drawing/2014/main" id="{475C7BF7-0C1C-B236-5299-969107888E1D}"/>
                </a:ext>
              </a:extLst>
            </p:cNvPr>
            <p:cNvSpPr/>
            <p:nvPr/>
          </p:nvSpPr>
          <p:spPr>
            <a:xfrm rot="8812624">
              <a:off x="3525534" y="1326775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4" name="현 10">
              <a:extLst>
                <a:ext uri="{FF2B5EF4-FFF2-40B4-BE49-F238E27FC236}">
                  <a16:creationId xmlns:a16="http://schemas.microsoft.com/office/drawing/2014/main" id="{68FC5EBF-C88F-A4D3-18D4-85047C95CE87}"/>
                </a:ext>
              </a:extLst>
            </p:cNvPr>
            <p:cNvSpPr/>
            <p:nvPr/>
          </p:nvSpPr>
          <p:spPr>
            <a:xfrm rot="19551520">
              <a:off x="3173017" y="1803654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5" name="현 11">
              <a:extLst>
                <a:ext uri="{FF2B5EF4-FFF2-40B4-BE49-F238E27FC236}">
                  <a16:creationId xmlns:a16="http://schemas.microsoft.com/office/drawing/2014/main" id="{5AA88BE4-C06B-B4D2-C0D1-87366F0B11EA}"/>
                </a:ext>
              </a:extLst>
            </p:cNvPr>
            <p:cNvSpPr/>
            <p:nvPr/>
          </p:nvSpPr>
          <p:spPr>
            <a:xfrm rot="4598853">
              <a:off x="3177086" y="1325335"/>
              <a:ext cx="149238" cy="15815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6" name="현 12">
              <a:extLst>
                <a:ext uri="{FF2B5EF4-FFF2-40B4-BE49-F238E27FC236}">
                  <a16:creationId xmlns:a16="http://schemas.microsoft.com/office/drawing/2014/main" id="{A3D65C9A-DA32-2D9C-C102-AE05AB3178D3}"/>
                </a:ext>
              </a:extLst>
            </p:cNvPr>
            <p:cNvSpPr/>
            <p:nvPr/>
          </p:nvSpPr>
          <p:spPr>
            <a:xfrm rot="13056281">
              <a:off x="3652042" y="1633176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7" name="현 13">
              <a:extLst>
                <a:ext uri="{FF2B5EF4-FFF2-40B4-BE49-F238E27FC236}">
                  <a16:creationId xmlns:a16="http://schemas.microsoft.com/office/drawing/2014/main" id="{EFD34A9C-9B1A-22A8-37EC-5725E993F24D}"/>
                </a:ext>
              </a:extLst>
            </p:cNvPr>
            <p:cNvSpPr/>
            <p:nvPr/>
          </p:nvSpPr>
          <p:spPr>
            <a:xfrm rot="10800000">
              <a:off x="3631980" y="1453600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8" name="현 14">
              <a:extLst>
                <a:ext uri="{FF2B5EF4-FFF2-40B4-BE49-F238E27FC236}">
                  <a16:creationId xmlns:a16="http://schemas.microsoft.com/office/drawing/2014/main" id="{499172E6-3702-75A1-CA48-7627867B78AB}"/>
                </a:ext>
              </a:extLst>
            </p:cNvPr>
            <p:cNvSpPr/>
            <p:nvPr/>
          </p:nvSpPr>
          <p:spPr>
            <a:xfrm rot="253893">
              <a:off x="3054547" y="1658983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9" name="현 15">
              <a:extLst>
                <a:ext uri="{FF2B5EF4-FFF2-40B4-BE49-F238E27FC236}">
                  <a16:creationId xmlns:a16="http://schemas.microsoft.com/office/drawing/2014/main" id="{6C637776-3A59-434B-CE4E-70243ECB4ACF}"/>
                </a:ext>
              </a:extLst>
            </p:cNvPr>
            <p:cNvSpPr/>
            <p:nvPr/>
          </p:nvSpPr>
          <p:spPr>
            <a:xfrm rot="14987951">
              <a:off x="3559424" y="1780657"/>
              <a:ext cx="149238" cy="15815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0" name="현 16">
              <a:extLst>
                <a:ext uri="{FF2B5EF4-FFF2-40B4-BE49-F238E27FC236}">
                  <a16:creationId xmlns:a16="http://schemas.microsoft.com/office/drawing/2014/main" id="{3DD25187-7507-7DE3-D29E-610C58ADF5A7}"/>
                </a:ext>
              </a:extLst>
            </p:cNvPr>
            <p:cNvSpPr/>
            <p:nvPr/>
          </p:nvSpPr>
          <p:spPr>
            <a:xfrm rot="2514970">
              <a:off x="3059850" y="1473376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1" name="TextBox 5">
              <a:extLst>
                <a:ext uri="{FF2B5EF4-FFF2-40B4-BE49-F238E27FC236}">
                  <a16:creationId xmlns:a16="http://schemas.microsoft.com/office/drawing/2014/main" id="{DA2C9827-F3F4-0F10-1C9F-2217676DCF56}"/>
                </a:ext>
              </a:extLst>
            </p:cNvPr>
            <p:cNvSpPr txBox="1"/>
            <p:nvPr/>
          </p:nvSpPr>
          <p:spPr>
            <a:xfrm>
              <a:off x="3237782" y="1401910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dirty="0"/>
                <a:t>36</a:t>
              </a:r>
            </a:p>
            <a:p>
              <a:pPr algn="ctr"/>
              <a:r>
                <a:rPr lang="ko-KR" altLang="en-US" sz="800" dirty="0"/>
                <a:t>혼주</a:t>
              </a:r>
              <a:endParaRPr lang="en-US" altLang="ko-KR" sz="800" dirty="0"/>
            </a:p>
            <a:p>
              <a:pPr algn="ctr"/>
              <a:r>
                <a:rPr lang="ko-KR" altLang="en-US" sz="800" dirty="0"/>
                <a:t>하객</a:t>
              </a:r>
            </a:p>
          </p:txBody>
        </p:sp>
      </p:grpSp>
      <p:grpSp>
        <p:nvGrpSpPr>
          <p:cNvPr id="612" name="그룹 611">
            <a:extLst>
              <a:ext uri="{FF2B5EF4-FFF2-40B4-BE49-F238E27FC236}">
                <a16:creationId xmlns:a16="http://schemas.microsoft.com/office/drawing/2014/main" id="{912FE1D1-8ECA-C6BB-5A1B-561912F7C61C}"/>
              </a:ext>
            </a:extLst>
          </p:cNvPr>
          <p:cNvGrpSpPr/>
          <p:nvPr/>
        </p:nvGrpSpPr>
        <p:grpSpPr>
          <a:xfrm>
            <a:off x="2571284" y="1923207"/>
            <a:ext cx="755653" cy="720080"/>
            <a:chOff x="3054547" y="1279267"/>
            <a:chExt cx="755653" cy="720080"/>
          </a:xfrm>
        </p:grpSpPr>
        <p:sp>
          <p:nvSpPr>
            <p:cNvPr id="613" name="현 17">
              <a:extLst>
                <a:ext uri="{FF2B5EF4-FFF2-40B4-BE49-F238E27FC236}">
                  <a16:creationId xmlns:a16="http://schemas.microsoft.com/office/drawing/2014/main" id="{7B7545DC-B2A6-9332-471C-AB83B9D71620}"/>
                </a:ext>
              </a:extLst>
            </p:cNvPr>
            <p:cNvSpPr/>
            <p:nvPr/>
          </p:nvSpPr>
          <p:spPr>
            <a:xfrm rot="6802860">
              <a:off x="3350961" y="1274807"/>
              <a:ext cx="149238" cy="15815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4" name="타원 3">
              <a:extLst>
                <a:ext uri="{FF2B5EF4-FFF2-40B4-BE49-F238E27FC236}">
                  <a16:creationId xmlns:a16="http://schemas.microsoft.com/office/drawing/2014/main" id="{C34B872F-AF39-FC3B-CFBB-14028A13D660}"/>
                </a:ext>
              </a:extLst>
            </p:cNvPr>
            <p:cNvSpPr/>
            <p:nvPr/>
          </p:nvSpPr>
          <p:spPr>
            <a:xfrm>
              <a:off x="3171480" y="1397447"/>
              <a:ext cx="514740" cy="48570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300" dirty="0"/>
            </a:p>
          </p:txBody>
        </p:sp>
        <p:sp>
          <p:nvSpPr>
            <p:cNvPr id="615" name="현 614">
              <a:extLst>
                <a:ext uri="{FF2B5EF4-FFF2-40B4-BE49-F238E27FC236}">
                  <a16:creationId xmlns:a16="http://schemas.microsoft.com/office/drawing/2014/main" id="{5DA89666-95EC-913E-A5E2-C41110088954}"/>
                </a:ext>
              </a:extLst>
            </p:cNvPr>
            <p:cNvSpPr/>
            <p:nvPr/>
          </p:nvSpPr>
          <p:spPr>
            <a:xfrm rot="17541756">
              <a:off x="3361301" y="1845649"/>
              <a:ext cx="149238" cy="15815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6" name="현 21">
              <a:extLst>
                <a:ext uri="{FF2B5EF4-FFF2-40B4-BE49-F238E27FC236}">
                  <a16:creationId xmlns:a16="http://schemas.microsoft.com/office/drawing/2014/main" id="{7D21F0DA-D815-BDD2-5809-EDD2FD4DE2BD}"/>
                </a:ext>
              </a:extLst>
            </p:cNvPr>
            <p:cNvSpPr/>
            <p:nvPr/>
          </p:nvSpPr>
          <p:spPr>
            <a:xfrm rot="8812624">
              <a:off x="3525534" y="1326775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7" name="현 10">
              <a:extLst>
                <a:ext uri="{FF2B5EF4-FFF2-40B4-BE49-F238E27FC236}">
                  <a16:creationId xmlns:a16="http://schemas.microsoft.com/office/drawing/2014/main" id="{33FE9EA7-AD31-0AE5-EEA4-8CD83FBFCE22}"/>
                </a:ext>
              </a:extLst>
            </p:cNvPr>
            <p:cNvSpPr/>
            <p:nvPr/>
          </p:nvSpPr>
          <p:spPr>
            <a:xfrm rot="19551520">
              <a:off x="3173017" y="1803654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8" name="현 11">
              <a:extLst>
                <a:ext uri="{FF2B5EF4-FFF2-40B4-BE49-F238E27FC236}">
                  <a16:creationId xmlns:a16="http://schemas.microsoft.com/office/drawing/2014/main" id="{4782878A-3C59-F877-201D-BD591A5A498F}"/>
                </a:ext>
              </a:extLst>
            </p:cNvPr>
            <p:cNvSpPr/>
            <p:nvPr/>
          </p:nvSpPr>
          <p:spPr>
            <a:xfrm rot="4598853">
              <a:off x="3177086" y="1325335"/>
              <a:ext cx="149238" cy="15815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9" name="현 12">
              <a:extLst>
                <a:ext uri="{FF2B5EF4-FFF2-40B4-BE49-F238E27FC236}">
                  <a16:creationId xmlns:a16="http://schemas.microsoft.com/office/drawing/2014/main" id="{4F3AC16A-1E51-23BE-1697-35060012E064}"/>
                </a:ext>
              </a:extLst>
            </p:cNvPr>
            <p:cNvSpPr/>
            <p:nvPr/>
          </p:nvSpPr>
          <p:spPr>
            <a:xfrm rot="13056281">
              <a:off x="3652042" y="1633176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0" name="현 13">
              <a:extLst>
                <a:ext uri="{FF2B5EF4-FFF2-40B4-BE49-F238E27FC236}">
                  <a16:creationId xmlns:a16="http://schemas.microsoft.com/office/drawing/2014/main" id="{D1F25AB9-01CE-2BF5-3A8C-40927B020316}"/>
                </a:ext>
              </a:extLst>
            </p:cNvPr>
            <p:cNvSpPr/>
            <p:nvPr/>
          </p:nvSpPr>
          <p:spPr>
            <a:xfrm rot="10800000">
              <a:off x="3631980" y="1453600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1" name="현 14">
              <a:extLst>
                <a:ext uri="{FF2B5EF4-FFF2-40B4-BE49-F238E27FC236}">
                  <a16:creationId xmlns:a16="http://schemas.microsoft.com/office/drawing/2014/main" id="{E5699103-4F13-62C8-D51E-796E742CDD7B}"/>
                </a:ext>
              </a:extLst>
            </p:cNvPr>
            <p:cNvSpPr/>
            <p:nvPr/>
          </p:nvSpPr>
          <p:spPr>
            <a:xfrm rot="253893">
              <a:off x="3054547" y="1658983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2" name="현 15">
              <a:extLst>
                <a:ext uri="{FF2B5EF4-FFF2-40B4-BE49-F238E27FC236}">
                  <a16:creationId xmlns:a16="http://schemas.microsoft.com/office/drawing/2014/main" id="{2EE0EFEA-75FE-5DB3-7281-11DF04BFC0B1}"/>
                </a:ext>
              </a:extLst>
            </p:cNvPr>
            <p:cNvSpPr/>
            <p:nvPr/>
          </p:nvSpPr>
          <p:spPr>
            <a:xfrm rot="14987951">
              <a:off x="3559424" y="1780657"/>
              <a:ext cx="149238" cy="15815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3" name="현 16">
              <a:extLst>
                <a:ext uri="{FF2B5EF4-FFF2-40B4-BE49-F238E27FC236}">
                  <a16:creationId xmlns:a16="http://schemas.microsoft.com/office/drawing/2014/main" id="{EA1256A9-2669-C329-4A43-D7C0EC8BCE0F}"/>
                </a:ext>
              </a:extLst>
            </p:cNvPr>
            <p:cNvSpPr/>
            <p:nvPr/>
          </p:nvSpPr>
          <p:spPr>
            <a:xfrm rot="2514970">
              <a:off x="3059850" y="1473376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4" name="TextBox 5">
              <a:extLst>
                <a:ext uri="{FF2B5EF4-FFF2-40B4-BE49-F238E27FC236}">
                  <a16:creationId xmlns:a16="http://schemas.microsoft.com/office/drawing/2014/main" id="{13EDC0F6-C331-C308-8C48-CC83E5BCE931}"/>
                </a:ext>
              </a:extLst>
            </p:cNvPr>
            <p:cNvSpPr txBox="1"/>
            <p:nvPr/>
          </p:nvSpPr>
          <p:spPr>
            <a:xfrm>
              <a:off x="3237782" y="1401910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dirty="0"/>
                <a:t>2</a:t>
              </a:r>
            </a:p>
            <a:p>
              <a:pPr algn="ctr"/>
              <a:r>
                <a:rPr lang="ko-KR" altLang="en-US" sz="800" dirty="0"/>
                <a:t>신부</a:t>
              </a:r>
              <a:endParaRPr lang="en-US" altLang="ko-KR" sz="800" dirty="0"/>
            </a:p>
            <a:p>
              <a:pPr algn="ctr"/>
              <a:r>
                <a:rPr lang="ko-KR" altLang="en-US" sz="800" dirty="0"/>
                <a:t>가족</a:t>
              </a:r>
            </a:p>
          </p:txBody>
        </p:sp>
      </p:grpSp>
      <p:grpSp>
        <p:nvGrpSpPr>
          <p:cNvPr id="695" name="그룹 694">
            <a:extLst>
              <a:ext uri="{FF2B5EF4-FFF2-40B4-BE49-F238E27FC236}">
                <a16:creationId xmlns:a16="http://schemas.microsoft.com/office/drawing/2014/main" id="{E2933E6D-D9D2-8EB1-A69C-B60CABDA5642}"/>
              </a:ext>
            </a:extLst>
          </p:cNvPr>
          <p:cNvGrpSpPr/>
          <p:nvPr/>
        </p:nvGrpSpPr>
        <p:grpSpPr>
          <a:xfrm>
            <a:off x="3369509" y="1923207"/>
            <a:ext cx="755653" cy="720080"/>
            <a:chOff x="3054547" y="1279267"/>
            <a:chExt cx="755653" cy="720080"/>
          </a:xfrm>
        </p:grpSpPr>
        <p:sp>
          <p:nvSpPr>
            <p:cNvPr id="696" name="현 17">
              <a:extLst>
                <a:ext uri="{FF2B5EF4-FFF2-40B4-BE49-F238E27FC236}">
                  <a16:creationId xmlns:a16="http://schemas.microsoft.com/office/drawing/2014/main" id="{2FD2F785-A7A0-AAD5-AA04-F9100DE682A9}"/>
                </a:ext>
              </a:extLst>
            </p:cNvPr>
            <p:cNvSpPr/>
            <p:nvPr/>
          </p:nvSpPr>
          <p:spPr>
            <a:xfrm rot="6802860">
              <a:off x="3350961" y="1274807"/>
              <a:ext cx="149238" cy="15815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7" name="타원 3">
              <a:extLst>
                <a:ext uri="{FF2B5EF4-FFF2-40B4-BE49-F238E27FC236}">
                  <a16:creationId xmlns:a16="http://schemas.microsoft.com/office/drawing/2014/main" id="{F8169E9A-0B84-B478-FC8D-09037DF17FAE}"/>
                </a:ext>
              </a:extLst>
            </p:cNvPr>
            <p:cNvSpPr/>
            <p:nvPr/>
          </p:nvSpPr>
          <p:spPr>
            <a:xfrm>
              <a:off x="3171480" y="1397447"/>
              <a:ext cx="514740" cy="48570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300" dirty="0"/>
            </a:p>
          </p:txBody>
        </p:sp>
        <p:sp>
          <p:nvSpPr>
            <p:cNvPr id="698" name="현 697">
              <a:extLst>
                <a:ext uri="{FF2B5EF4-FFF2-40B4-BE49-F238E27FC236}">
                  <a16:creationId xmlns:a16="http://schemas.microsoft.com/office/drawing/2014/main" id="{426A7A96-AB78-81D8-A651-7D1E12FF2976}"/>
                </a:ext>
              </a:extLst>
            </p:cNvPr>
            <p:cNvSpPr/>
            <p:nvPr/>
          </p:nvSpPr>
          <p:spPr>
            <a:xfrm rot="17541756">
              <a:off x="3361301" y="1845649"/>
              <a:ext cx="149238" cy="15815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9" name="현 21">
              <a:extLst>
                <a:ext uri="{FF2B5EF4-FFF2-40B4-BE49-F238E27FC236}">
                  <a16:creationId xmlns:a16="http://schemas.microsoft.com/office/drawing/2014/main" id="{F4AB2B1E-2DB0-5348-92EF-89822D9E9FE2}"/>
                </a:ext>
              </a:extLst>
            </p:cNvPr>
            <p:cNvSpPr/>
            <p:nvPr/>
          </p:nvSpPr>
          <p:spPr>
            <a:xfrm rot="8812624">
              <a:off x="3525534" y="1326775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0" name="현 10">
              <a:extLst>
                <a:ext uri="{FF2B5EF4-FFF2-40B4-BE49-F238E27FC236}">
                  <a16:creationId xmlns:a16="http://schemas.microsoft.com/office/drawing/2014/main" id="{CF93FA36-5003-7F67-1543-B70A939B7E62}"/>
                </a:ext>
              </a:extLst>
            </p:cNvPr>
            <p:cNvSpPr/>
            <p:nvPr/>
          </p:nvSpPr>
          <p:spPr>
            <a:xfrm rot="19551520">
              <a:off x="3173017" y="1803654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1" name="현 11">
              <a:extLst>
                <a:ext uri="{FF2B5EF4-FFF2-40B4-BE49-F238E27FC236}">
                  <a16:creationId xmlns:a16="http://schemas.microsoft.com/office/drawing/2014/main" id="{AB289A48-7FF1-FDE2-4465-90959ED077F2}"/>
                </a:ext>
              </a:extLst>
            </p:cNvPr>
            <p:cNvSpPr/>
            <p:nvPr/>
          </p:nvSpPr>
          <p:spPr>
            <a:xfrm rot="4598853">
              <a:off x="3177086" y="1325335"/>
              <a:ext cx="149238" cy="15815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2" name="현 12">
              <a:extLst>
                <a:ext uri="{FF2B5EF4-FFF2-40B4-BE49-F238E27FC236}">
                  <a16:creationId xmlns:a16="http://schemas.microsoft.com/office/drawing/2014/main" id="{DDCD5F25-D5FC-0F05-6CF7-62BF5C314F20}"/>
                </a:ext>
              </a:extLst>
            </p:cNvPr>
            <p:cNvSpPr/>
            <p:nvPr/>
          </p:nvSpPr>
          <p:spPr>
            <a:xfrm rot="13056281">
              <a:off x="3652042" y="1633176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3" name="현 13">
              <a:extLst>
                <a:ext uri="{FF2B5EF4-FFF2-40B4-BE49-F238E27FC236}">
                  <a16:creationId xmlns:a16="http://schemas.microsoft.com/office/drawing/2014/main" id="{EADF6F67-EAE3-E2B7-185D-56B6DC610E44}"/>
                </a:ext>
              </a:extLst>
            </p:cNvPr>
            <p:cNvSpPr/>
            <p:nvPr/>
          </p:nvSpPr>
          <p:spPr>
            <a:xfrm rot="10800000">
              <a:off x="3631980" y="1453600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4" name="현 14">
              <a:extLst>
                <a:ext uri="{FF2B5EF4-FFF2-40B4-BE49-F238E27FC236}">
                  <a16:creationId xmlns:a16="http://schemas.microsoft.com/office/drawing/2014/main" id="{5B9FDB00-01AD-0E46-D9A6-65F7410F700A}"/>
                </a:ext>
              </a:extLst>
            </p:cNvPr>
            <p:cNvSpPr/>
            <p:nvPr/>
          </p:nvSpPr>
          <p:spPr>
            <a:xfrm rot="253893">
              <a:off x="3054547" y="1658983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5" name="현 15">
              <a:extLst>
                <a:ext uri="{FF2B5EF4-FFF2-40B4-BE49-F238E27FC236}">
                  <a16:creationId xmlns:a16="http://schemas.microsoft.com/office/drawing/2014/main" id="{FAB2F624-631A-DBCD-89D2-30393D6A7C9D}"/>
                </a:ext>
              </a:extLst>
            </p:cNvPr>
            <p:cNvSpPr/>
            <p:nvPr/>
          </p:nvSpPr>
          <p:spPr>
            <a:xfrm rot="14987951">
              <a:off x="3559424" y="1780657"/>
              <a:ext cx="149238" cy="15815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6" name="현 16">
              <a:extLst>
                <a:ext uri="{FF2B5EF4-FFF2-40B4-BE49-F238E27FC236}">
                  <a16:creationId xmlns:a16="http://schemas.microsoft.com/office/drawing/2014/main" id="{46B6723C-DCA9-01BF-05F1-450A05D09F57}"/>
                </a:ext>
              </a:extLst>
            </p:cNvPr>
            <p:cNvSpPr/>
            <p:nvPr/>
          </p:nvSpPr>
          <p:spPr>
            <a:xfrm rot="2514970">
              <a:off x="3059850" y="1473376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7" name="TextBox 5">
              <a:extLst>
                <a:ext uri="{FF2B5EF4-FFF2-40B4-BE49-F238E27FC236}">
                  <a16:creationId xmlns:a16="http://schemas.microsoft.com/office/drawing/2014/main" id="{171F792E-BAE0-C889-D990-3DCB844E9AF5}"/>
                </a:ext>
              </a:extLst>
            </p:cNvPr>
            <p:cNvSpPr txBox="1"/>
            <p:nvPr/>
          </p:nvSpPr>
          <p:spPr>
            <a:xfrm>
              <a:off x="3237782" y="1401910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dirty="0"/>
                <a:t>9</a:t>
              </a:r>
            </a:p>
            <a:p>
              <a:pPr algn="ctr"/>
              <a:r>
                <a:rPr lang="ko-KR" altLang="en-US" sz="800" dirty="0"/>
                <a:t>신부</a:t>
              </a:r>
              <a:endParaRPr lang="en-US" altLang="ko-KR" sz="800" dirty="0"/>
            </a:p>
            <a:p>
              <a:pPr algn="ctr"/>
              <a:r>
                <a:rPr lang="ko-KR" altLang="en-US" sz="800" dirty="0"/>
                <a:t>가족</a:t>
              </a:r>
            </a:p>
          </p:txBody>
        </p:sp>
      </p:grpSp>
      <p:grpSp>
        <p:nvGrpSpPr>
          <p:cNvPr id="722" name="그룹 721">
            <a:extLst>
              <a:ext uri="{FF2B5EF4-FFF2-40B4-BE49-F238E27FC236}">
                <a16:creationId xmlns:a16="http://schemas.microsoft.com/office/drawing/2014/main" id="{0EC7F22A-9E3D-9C94-020D-234601F10205}"/>
              </a:ext>
            </a:extLst>
          </p:cNvPr>
          <p:cNvGrpSpPr/>
          <p:nvPr/>
        </p:nvGrpSpPr>
        <p:grpSpPr>
          <a:xfrm>
            <a:off x="4162946" y="1923207"/>
            <a:ext cx="755653" cy="720080"/>
            <a:chOff x="3054547" y="1279267"/>
            <a:chExt cx="755653" cy="720080"/>
          </a:xfrm>
        </p:grpSpPr>
        <p:sp>
          <p:nvSpPr>
            <p:cNvPr id="723" name="현 17">
              <a:extLst>
                <a:ext uri="{FF2B5EF4-FFF2-40B4-BE49-F238E27FC236}">
                  <a16:creationId xmlns:a16="http://schemas.microsoft.com/office/drawing/2014/main" id="{800A4934-8DE7-0625-0D80-E8E32226ECBE}"/>
                </a:ext>
              </a:extLst>
            </p:cNvPr>
            <p:cNvSpPr/>
            <p:nvPr/>
          </p:nvSpPr>
          <p:spPr>
            <a:xfrm rot="6802860">
              <a:off x="3350961" y="1274807"/>
              <a:ext cx="149238" cy="15815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4" name="타원 3">
              <a:extLst>
                <a:ext uri="{FF2B5EF4-FFF2-40B4-BE49-F238E27FC236}">
                  <a16:creationId xmlns:a16="http://schemas.microsoft.com/office/drawing/2014/main" id="{900D4A07-E4C6-3CC1-1E06-A20FF3DBFD96}"/>
                </a:ext>
              </a:extLst>
            </p:cNvPr>
            <p:cNvSpPr/>
            <p:nvPr/>
          </p:nvSpPr>
          <p:spPr>
            <a:xfrm>
              <a:off x="3171480" y="1397447"/>
              <a:ext cx="514740" cy="48570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300" dirty="0"/>
            </a:p>
          </p:txBody>
        </p:sp>
        <p:sp>
          <p:nvSpPr>
            <p:cNvPr id="725" name="현 724">
              <a:extLst>
                <a:ext uri="{FF2B5EF4-FFF2-40B4-BE49-F238E27FC236}">
                  <a16:creationId xmlns:a16="http://schemas.microsoft.com/office/drawing/2014/main" id="{1887D0E1-4F9A-5256-FC9B-DB0ADB18061F}"/>
                </a:ext>
              </a:extLst>
            </p:cNvPr>
            <p:cNvSpPr/>
            <p:nvPr/>
          </p:nvSpPr>
          <p:spPr>
            <a:xfrm rot="17541756">
              <a:off x="3361301" y="1845649"/>
              <a:ext cx="149238" cy="15815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6" name="현 21">
              <a:extLst>
                <a:ext uri="{FF2B5EF4-FFF2-40B4-BE49-F238E27FC236}">
                  <a16:creationId xmlns:a16="http://schemas.microsoft.com/office/drawing/2014/main" id="{0F1E21A6-BC73-29CD-99DB-2DABFCD3461D}"/>
                </a:ext>
              </a:extLst>
            </p:cNvPr>
            <p:cNvSpPr/>
            <p:nvPr/>
          </p:nvSpPr>
          <p:spPr>
            <a:xfrm rot="8812624">
              <a:off x="3525534" y="1326775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7" name="현 10">
              <a:extLst>
                <a:ext uri="{FF2B5EF4-FFF2-40B4-BE49-F238E27FC236}">
                  <a16:creationId xmlns:a16="http://schemas.microsoft.com/office/drawing/2014/main" id="{BA83C4D5-9DCE-4CE9-F1B7-4833356CF04E}"/>
                </a:ext>
              </a:extLst>
            </p:cNvPr>
            <p:cNvSpPr/>
            <p:nvPr/>
          </p:nvSpPr>
          <p:spPr>
            <a:xfrm rot="19551520">
              <a:off x="3173017" y="1803654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8" name="현 11">
              <a:extLst>
                <a:ext uri="{FF2B5EF4-FFF2-40B4-BE49-F238E27FC236}">
                  <a16:creationId xmlns:a16="http://schemas.microsoft.com/office/drawing/2014/main" id="{F5E38226-72BE-76CD-0CDC-F16724AF5969}"/>
                </a:ext>
              </a:extLst>
            </p:cNvPr>
            <p:cNvSpPr/>
            <p:nvPr/>
          </p:nvSpPr>
          <p:spPr>
            <a:xfrm rot="4598853">
              <a:off x="3177086" y="1325335"/>
              <a:ext cx="149238" cy="15815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9" name="현 12">
              <a:extLst>
                <a:ext uri="{FF2B5EF4-FFF2-40B4-BE49-F238E27FC236}">
                  <a16:creationId xmlns:a16="http://schemas.microsoft.com/office/drawing/2014/main" id="{149C55FC-46FE-DB32-B88B-282273F08CBE}"/>
                </a:ext>
              </a:extLst>
            </p:cNvPr>
            <p:cNvSpPr/>
            <p:nvPr/>
          </p:nvSpPr>
          <p:spPr>
            <a:xfrm rot="13056281">
              <a:off x="3652042" y="1633176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0" name="현 13">
              <a:extLst>
                <a:ext uri="{FF2B5EF4-FFF2-40B4-BE49-F238E27FC236}">
                  <a16:creationId xmlns:a16="http://schemas.microsoft.com/office/drawing/2014/main" id="{453D38BF-99DE-4430-A056-9F5846DB8B69}"/>
                </a:ext>
              </a:extLst>
            </p:cNvPr>
            <p:cNvSpPr/>
            <p:nvPr/>
          </p:nvSpPr>
          <p:spPr>
            <a:xfrm rot="10800000">
              <a:off x="3631980" y="1453600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1" name="현 14">
              <a:extLst>
                <a:ext uri="{FF2B5EF4-FFF2-40B4-BE49-F238E27FC236}">
                  <a16:creationId xmlns:a16="http://schemas.microsoft.com/office/drawing/2014/main" id="{2C4051DE-D4FC-A396-FA28-A3D2D3351E2A}"/>
                </a:ext>
              </a:extLst>
            </p:cNvPr>
            <p:cNvSpPr/>
            <p:nvPr/>
          </p:nvSpPr>
          <p:spPr>
            <a:xfrm rot="253893">
              <a:off x="3054547" y="1658983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2" name="현 15">
              <a:extLst>
                <a:ext uri="{FF2B5EF4-FFF2-40B4-BE49-F238E27FC236}">
                  <a16:creationId xmlns:a16="http://schemas.microsoft.com/office/drawing/2014/main" id="{68662EF8-BAA6-5C0D-B956-6A52A6C06590}"/>
                </a:ext>
              </a:extLst>
            </p:cNvPr>
            <p:cNvSpPr/>
            <p:nvPr/>
          </p:nvSpPr>
          <p:spPr>
            <a:xfrm rot="14987951">
              <a:off x="3559424" y="1780657"/>
              <a:ext cx="149238" cy="15815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3" name="현 16">
              <a:extLst>
                <a:ext uri="{FF2B5EF4-FFF2-40B4-BE49-F238E27FC236}">
                  <a16:creationId xmlns:a16="http://schemas.microsoft.com/office/drawing/2014/main" id="{7139F3E3-B55E-596D-166C-A75642A6051E}"/>
                </a:ext>
              </a:extLst>
            </p:cNvPr>
            <p:cNvSpPr/>
            <p:nvPr/>
          </p:nvSpPr>
          <p:spPr>
            <a:xfrm rot="2514970">
              <a:off x="3059850" y="1473376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4" name="TextBox 5">
              <a:extLst>
                <a:ext uri="{FF2B5EF4-FFF2-40B4-BE49-F238E27FC236}">
                  <a16:creationId xmlns:a16="http://schemas.microsoft.com/office/drawing/2014/main" id="{19853BB0-BD3A-D619-B013-E44298EDD690}"/>
                </a:ext>
              </a:extLst>
            </p:cNvPr>
            <p:cNvSpPr txBox="1"/>
            <p:nvPr/>
          </p:nvSpPr>
          <p:spPr>
            <a:xfrm>
              <a:off x="3237782" y="1401910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dirty="0"/>
                <a:t>16</a:t>
              </a:r>
            </a:p>
            <a:p>
              <a:pPr algn="ctr"/>
              <a:r>
                <a:rPr lang="ko-KR" altLang="en-US" sz="800" dirty="0"/>
                <a:t>신부</a:t>
              </a:r>
              <a:endParaRPr lang="en-US" altLang="ko-KR" sz="800" dirty="0"/>
            </a:p>
            <a:p>
              <a:pPr algn="ctr"/>
              <a:r>
                <a:rPr lang="ko-KR" altLang="en-US" sz="800" dirty="0"/>
                <a:t>하객</a:t>
              </a:r>
              <a:endParaRPr lang="en-US" altLang="ko-KR" sz="800" dirty="0"/>
            </a:p>
          </p:txBody>
        </p:sp>
      </p:grpSp>
      <p:grpSp>
        <p:nvGrpSpPr>
          <p:cNvPr id="735" name="그룹 734">
            <a:extLst>
              <a:ext uri="{FF2B5EF4-FFF2-40B4-BE49-F238E27FC236}">
                <a16:creationId xmlns:a16="http://schemas.microsoft.com/office/drawing/2014/main" id="{79528F22-4ADF-CD50-063B-898122F460B9}"/>
              </a:ext>
            </a:extLst>
          </p:cNvPr>
          <p:cNvGrpSpPr/>
          <p:nvPr/>
        </p:nvGrpSpPr>
        <p:grpSpPr>
          <a:xfrm>
            <a:off x="4961172" y="1923207"/>
            <a:ext cx="755653" cy="720080"/>
            <a:chOff x="3054547" y="1279267"/>
            <a:chExt cx="755653" cy="720080"/>
          </a:xfrm>
        </p:grpSpPr>
        <p:sp>
          <p:nvSpPr>
            <p:cNvPr id="736" name="현 17">
              <a:extLst>
                <a:ext uri="{FF2B5EF4-FFF2-40B4-BE49-F238E27FC236}">
                  <a16:creationId xmlns:a16="http://schemas.microsoft.com/office/drawing/2014/main" id="{08FB5D17-A7E0-C49E-E8B2-885726575F61}"/>
                </a:ext>
              </a:extLst>
            </p:cNvPr>
            <p:cNvSpPr/>
            <p:nvPr/>
          </p:nvSpPr>
          <p:spPr>
            <a:xfrm rot="6802860">
              <a:off x="3350961" y="1274807"/>
              <a:ext cx="149238" cy="15815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7" name="타원 3">
              <a:extLst>
                <a:ext uri="{FF2B5EF4-FFF2-40B4-BE49-F238E27FC236}">
                  <a16:creationId xmlns:a16="http://schemas.microsoft.com/office/drawing/2014/main" id="{B0C2260D-4EE1-9F24-3A55-BFB27928FABF}"/>
                </a:ext>
              </a:extLst>
            </p:cNvPr>
            <p:cNvSpPr/>
            <p:nvPr/>
          </p:nvSpPr>
          <p:spPr>
            <a:xfrm>
              <a:off x="3171480" y="1397447"/>
              <a:ext cx="514740" cy="48570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300" dirty="0"/>
            </a:p>
          </p:txBody>
        </p:sp>
        <p:sp>
          <p:nvSpPr>
            <p:cNvPr id="738" name="현 737">
              <a:extLst>
                <a:ext uri="{FF2B5EF4-FFF2-40B4-BE49-F238E27FC236}">
                  <a16:creationId xmlns:a16="http://schemas.microsoft.com/office/drawing/2014/main" id="{300C2616-9346-4A62-C8D7-42EE93120482}"/>
                </a:ext>
              </a:extLst>
            </p:cNvPr>
            <p:cNvSpPr/>
            <p:nvPr/>
          </p:nvSpPr>
          <p:spPr>
            <a:xfrm rot="17541756">
              <a:off x="3361301" y="1845649"/>
              <a:ext cx="149238" cy="15815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9" name="현 21">
              <a:extLst>
                <a:ext uri="{FF2B5EF4-FFF2-40B4-BE49-F238E27FC236}">
                  <a16:creationId xmlns:a16="http://schemas.microsoft.com/office/drawing/2014/main" id="{08601DFB-2F99-20A1-1A13-950DBAA5DDA8}"/>
                </a:ext>
              </a:extLst>
            </p:cNvPr>
            <p:cNvSpPr/>
            <p:nvPr/>
          </p:nvSpPr>
          <p:spPr>
            <a:xfrm rot="8812624">
              <a:off x="3525534" y="1326775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0" name="현 10">
              <a:extLst>
                <a:ext uri="{FF2B5EF4-FFF2-40B4-BE49-F238E27FC236}">
                  <a16:creationId xmlns:a16="http://schemas.microsoft.com/office/drawing/2014/main" id="{9AA19EB1-3C17-FB7A-034A-7FF8F2D506F9}"/>
                </a:ext>
              </a:extLst>
            </p:cNvPr>
            <p:cNvSpPr/>
            <p:nvPr/>
          </p:nvSpPr>
          <p:spPr>
            <a:xfrm rot="19551520">
              <a:off x="3173017" y="1803654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1" name="현 11">
              <a:extLst>
                <a:ext uri="{FF2B5EF4-FFF2-40B4-BE49-F238E27FC236}">
                  <a16:creationId xmlns:a16="http://schemas.microsoft.com/office/drawing/2014/main" id="{E83F6740-9383-7E61-7516-5AAC97BA48AD}"/>
                </a:ext>
              </a:extLst>
            </p:cNvPr>
            <p:cNvSpPr/>
            <p:nvPr/>
          </p:nvSpPr>
          <p:spPr>
            <a:xfrm rot="4598853">
              <a:off x="3177086" y="1325335"/>
              <a:ext cx="149238" cy="15815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2" name="현 12">
              <a:extLst>
                <a:ext uri="{FF2B5EF4-FFF2-40B4-BE49-F238E27FC236}">
                  <a16:creationId xmlns:a16="http://schemas.microsoft.com/office/drawing/2014/main" id="{73B469FA-F94A-176F-8FAB-D7334B8A04AA}"/>
                </a:ext>
              </a:extLst>
            </p:cNvPr>
            <p:cNvSpPr/>
            <p:nvPr/>
          </p:nvSpPr>
          <p:spPr>
            <a:xfrm rot="13056281">
              <a:off x="3652042" y="1633176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3" name="현 13">
              <a:extLst>
                <a:ext uri="{FF2B5EF4-FFF2-40B4-BE49-F238E27FC236}">
                  <a16:creationId xmlns:a16="http://schemas.microsoft.com/office/drawing/2014/main" id="{96BE64A4-6AC1-0714-2F9C-60850FE8663F}"/>
                </a:ext>
              </a:extLst>
            </p:cNvPr>
            <p:cNvSpPr/>
            <p:nvPr/>
          </p:nvSpPr>
          <p:spPr>
            <a:xfrm rot="10800000">
              <a:off x="3631980" y="1453600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4" name="현 14">
              <a:extLst>
                <a:ext uri="{FF2B5EF4-FFF2-40B4-BE49-F238E27FC236}">
                  <a16:creationId xmlns:a16="http://schemas.microsoft.com/office/drawing/2014/main" id="{39254D14-2926-3049-A702-A0196E21FDFB}"/>
                </a:ext>
              </a:extLst>
            </p:cNvPr>
            <p:cNvSpPr/>
            <p:nvPr/>
          </p:nvSpPr>
          <p:spPr>
            <a:xfrm rot="253893">
              <a:off x="3054547" y="1658983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5" name="현 15">
              <a:extLst>
                <a:ext uri="{FF2B5EF4-FFF2-40B4-BE49-F238E27FC236}">
                  <a16:creationId xmlns:a16="http://schemas.microsoft.com/office/drawing/2014/main" id="{460E956E-BB68-007B-D339-43AEEF87930C}"/>
                </a:ext>
              </a:extLst>
            </p:cNvPr>
            <p:cNvSpPr/>
            <p:nvPr/>
          </p:nvSpPr>
          <p:spPr>
            <a:xfrm rot="14987951">
              <a:off x="3559424" y="1780657"/>
              <a:ext cx="149238" cy="15815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6" name="현 16">
              <a:extLst>
                <a:ext uri="{FF2B5EF4-FFF2-40B4-BE49-F238E27FC236}">
                  <a16:creationId xmlns:a16="http://schemas.microsoft.com/office/drawing/2014/main" id="{08282E0D-4767-2C65-3594-4166CD9B92B8}"/>
                </a:ext>
              </a:extLst>
            </p:cNvPr>
            <p:cNvSpPr/>
            <p:nvPr/>
          </p:nvSpPr>
          <p:spPr>
            <a:xfrm rot="2514970">
              <a:off x="3059850" y="1473376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7" name="TextBox 5">
              <a:extLst>
                <a:ext uri="{FF2B5EF4-FFF2-40B4-BE49-F238E27FC236}">
                  <a16:creationId xmlns:a16="http://schemas.microsoft.com/office/drawing/2014/main" id="{1BD30A93-CFE7-8ABF-6C37-8D6F9EAC38B9}"/>
                </a:ext>
              </a:extLst>
            </p:cNvPr>
            <p:cNvSpPr txBox="1"/>
            <p:nvPr/>
          </p:nvSpPr>
          <p:spPr>
            <a:xfrm>
              <a:off x="3237782" y="1401910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dirty="0"/>
                <a:t>23</a:t>
              </a:r>
            </a:p>
            <a:p>
              <a:pPr algn="ctr"/>
              <a:r>
                <a:rPr lang="ko-KR" altLang="en-US" sz="800" dirty="0"/>
                <a:t>신부</a:t>
              </a:r>
              <a:endParaRPr lang="en-US" altLang="ko-KR" sz="800" dirty="0"/>
            </a:p>
            <a:p>
              <a:pPr algn="ctr"/>
              <a:r>
                <a:rPr lang="ko-KR" altLang="en-US" sz="800" dirty="0"/>
                <a:t>하객</a:t>
              </a:r>
              <a:endParaRPr lang="en-US" altLang="ko-KR" sz="800" dirty="0"/>
            </a:p>
          </p:txBody>
        </p:sp>
      </p:grpSp>
      <p:grpSp>
        <p:nvGrpSpPr>
          <p:cNvPr id="1354" name="그룹 1353">
            <a:extLst>
              <a:ext uri="{FF2B5EF4-FFF2-40B4-BE49-F238E27FC236}">
                <a16:creationId xmlns:a16="http://schemas.microsoft.com/office/drawing/2014/main" id="{0FA39DF0-4BA0-724F-57F6-098ECF9D8D2F}"/>
              </a:ext>
            </a:extLst>
          </p:cNvPr>
          <p:cNvGrpSpPr/>
          <p:nvPr/>
        </p:nvGrpSpPr>
        <p:grpSpPr>
          <a:xfrm>
            <a:off x="5755825" y="1923207"/>
            <a:ext cx="755653" cy="720080"/>
            <a:chOff x="3054547" y="1279267"/>
            <a:chExt cx="755653" cy="720080"/>
          </a:xfrm>
        </p:grpSpPr>
        <p:sp>
          <p:nvSpPr>
            <p:cNvPr id="1355" name="현 17">
              <a:extLst>
                <a:ext uri="{FF2B5EF4-FFF2-40B4-BE49-F238E27FC236}">
                  <a16:creationId xmlns:a16="http://schemas.microsoft.com/office/drawing/2014/main" id="{1F1C2F85-3469-E064-70E5-2C24AE4357A7}"/>
                </a:ext>
              </a:extLst>
            </p:cNvPr>
            <p:cNvSpPr/>
            <p:nvPr/>
          </p:nvSpPr>
          <p:spPr>
            <a:xfrm rot="6802860">
              <a:off x="3350961" y="1274807"/>
              <a:ext cx="149238" cy="15815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6" name="타원 3">
              <a:extLst>
                <a:ext uri="{FF2B5EF4-FFF2-40B4-BE49-F238E27FC236}">
                  <a16:creationId xmlns:a16="http://schemas.microsoft.com/office/drawing/2014/main" id="{1CD17905-3F74-B0E6-B30D-DC66DE81C8BD}"/>
                </a:ext>
              </a:extLst>
            </p:cNvPr>
            <p:cNvSpPr/>
            <p:nvPr/>
          </p:nvSpPr>
          <p:spPr>
            <a:xfrm>
              <a:off x="3171480" y="1397447"/>
              <a:ext cx="514740" cy="48570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300" dirty="0"/>
            </a:p>
          </p:txBody>
        </p:sp>
        <p:sp>
          <p:nvSpPr>
            <p:cNvPr id="1357" name="현 1356">
              <a:extLst>
                <a:ext uri="{FF2B5EF4-FFF2-40B4-BE49-F238E27FC236}">
                  <a16:creationId xmlns:a16="http://schemas.microsoft.com/office/drawing/2014/main" id="{2CB6F6B5-7372-48DB-67AA-9950010AE734}"/>
                </a:ext>
              </a:extLst>
            </p:cNvPr>
            <p:cNvSpPr/>
            <p:nvPr/>
          </p:nvSpPr>
          <p:spPr>
            <a:xfrm rot="17541756">
              <a:off x="3361301" y="1845649"/>
              <a:ext cx="149238" cy="15815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8" name="현 21">
              <a:extLst>
                <a:ext uri="{FF2B5EF4-FFF2-40B4-BE49-F238E27FC236}">
                  <a16:creationId xmlns:a16="http://schemas.microsoft.com/office/drawing/2014/main" id="{9955D74E-DCF5-B055-6DE2-1CB71AF974DA}"/>
                </a:ext>
              </a:extLst>
            </p:cNvPr>
            <p:cNvSpPr/>
            <p:nvPr/>
          </p:nvSpPr>
          <p:spPr>
            <a:xfrm rot="8812624">
              <a:off x="3525534" y="1326775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9" name="현 10">
              <a:extLst>
                <a:ext uri="{FF2B5EF4-FFF2-40B4-BE49-F238E27FC236}">
                  <a16:creationId xmlns:a16="http://schemas.microsoft.com/office/drawing/2014/main" id="{EBC73D59-8AE5-586C-00E0-F8B6A619AC5A}"/>
                </a:ext>
              </a:extLst>
            </p:cNvPr>
            <p:cNvSpPr/>
            <p:nvPr/>
          </p:nvSpPr>
          <p:spPr>
            <a:xfrm rot="19551520">
              <a:off x="3173017" y="1803654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0" name="현 11">
              <a:extLst>
                <a:ext uri="{FF2B5EF4-FFF2-40B4-BE49-F238E27FC236}">
                  <a16:creationId xmlns:a16="http://schemas.microsoft.com/office/drawing/2014/main" id="{05E3666F-015E-18E8-6907-13E3D7A961F6}"/>
                </a:ext>
              </a:extLst>
            </p:cNvPr>
            <p:cNvSpPr/>
            <p:nvPr/>
          </p:nvSpPr>
          <p:spPr>
            <a:xfrm rot="4598853">
              <a:off x="3177086" y="1325335"/>
              <a:ext cx="149238" cy="15815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1" name="현 12">
              <a:extLst>
                <a:ext uri="{FF2B5EF4-FFF2-40B4-BE49-F238E27FC236}">
                  <a16:creationId xmlns:a16="http://schemas.microsoft.com/office/drawing/2014/main" id="{0429AEA1-51FC-7022-632D-D33232042249}"/>
                </a:ext>
              </a:extLst>
            </p:cNvPr>
            <p:cNvSpPr/>
            <p:nvPr/>
          </p:nvSpPr>
          <p:spPr>
            <a:xfrm rot="13056281">
              <a:off x="3652042" y="1633176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2" name="현 13">
              <a:extLst>
                <a:ext uri="{FF2B5EF4-FFF2-40B4-BE49-F238E27FC236}">
                  <a16:creationId xmlns:a16="http://schemas.microsoft.com/office/drawing/2014/main" id="{CC72994E-FEB2-2B8A-D135-723ADFC34CFA}"/>
                </a:ext>
              </a:extLst>
            </p:cNvPr>
            <p:cNvSpPr/>
            <p:nvPr/>
          </p:nvSpPr>
          <p:spPr>
            <a:xfrm rot="10800000">
              <a:off x="3631980" y="1453600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3" name="현 14">
              <a:extLst>
                <a:ext uri="{FF2B5EF4-FFF2-40B4-BE49-F238E27FC236}">
                  <a16:creationId xmlns:a16="http://schemas.microsoft.com/office/drawing/2014/main" id="{E808A57B-E340-D268-16DA-EA3DF012E5CD}"/>
                </a:ext>
              </a:extLst>
            </p:cNvPr>
            <p:cNvSpPr/>
            <p:nvPr/>
          </p:nvSpPr>
          <p:spPr>
            <a:xfrm rot="253893">
              <a:off x="3054547" y="1658983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4" name="현 15">
              <a:extLst>
                <a:ext uri="{FF2B5EF4-FFF2-40B4-BE49-F238E27FC236}">
                  <a16:creationId xmlns:a16="http://schemas.microsoft.com/office/drawing/2014/main" id="{B8A6C488-B66F-3E43-4D4B-48B85037366C}"/>
                </a:ext>
              </a:extLst>
            </p:cNvPr>
            <p:cNvSpPr/>
            <p:nvPr/>
          </p:nvSpPr>
          <p:spPr>
            <a:xfrm rot="14987951">
              <a:off x="3559424" y="1780657"/>
              <a:ext cx="149238" cy="15815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5" name="현 16">
              <a:extLst>
                <a:ext uri="{FF2B5EF4-FFF2-40B4-BE49-F238E27FC236}">
                  <a16:creationId xmlns:a16="http://schemas.microsoft.com/office/drawing/2014/main" id="{0F9F8FB2-5224-4B9B-03AB-BB215CD75BD0}"/>
                </a:ext>
              </a:extLst>
            </p:cNvPr>
            <p:cNvSpPr/>
            <p:nvPr/>
          </p:nvSpPr>
          <p:spPr>
            <a:xfrm rot="2514970">
              <a:off x="3059850" y="1473376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6" name="TextBox 5">
              <a:extLst>
                <a:ext uri="{FF2B5EF4-FFF2-40B4-BE49-F238E27FC236}">
                  <a16:creationId xmlns:a16="http://schemas.microsoft.com/office/drawing/2014/main" id="{10084DDD-944C-AD30-5F66-903CCC336790}"/>
                </a:ext>
              </a:extLst>
            </p:cNvPr>
            <p:cNvSpPr txBox="1"/>
            <p:nvPr/>
          </p:nvSpPr>
          <p:spPr>
            <a:xfrm>
              <a:off x="3237782" y="1401910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dirty="0"/>
                <a:t>30</a:t>
              </a:r>
            </a:p>
            <a:p>
              <a:pPr algn="ctr"/>
              <a:r>
                <a:rPr lang="ko-KR" altLang="en-US" sz="800" dirty="0"/>
                <a:t>혼주</a:t>
              </a:r>
              <a:endParaRPr lang="en-US" altLang="ko-KR" sz="800" dirty="0"/>
            </a:p>
            <a:p>
              <a:pPr algn="ctr"/>
              <a:r>
                <a:rPr lang="ko-KR" altLang="en-US" sz="800" dirty="0"/>
                <a:t>하객</a:t>
              </a:r>
              <a:endParaRPr lang="en-US" altLang="ko-KR" sz="800" dirty="0"/>
            </a:p>
          </p:txBody>
        </p:sp>
      </p:grpSp>
      <p:grpSp>
        <p:nvGrpSpPr>
          <p:cNvPr id="1367" name="그룹 1366">
            <a:extLst>
              <a:ext uri="{FF2B5EF4-FFF2-40B4-BE49-F238E27FC236}">
                <a16:creationId xmlns:a16="http://schemas.microsoft.com/office/drawing/2014/main" id="{8729F9DE-6A00-5821-AA5E-6A1BBBAC681F}"/>
              </a:ext>
            </a:extLst>
          </p:cNvPr>
          <p:cNvGrpSpPr/>
          <p:nvPr/>
        </p:nvGrpSpPr>
        <p:grpSpPr>
          <a:xfrm>
            <a:off x="6554052" y="1923207"/>
            <a:ext cx="755653" cy="720080"/>
            <a:chOff x="3054547" y="1279267"/>
            <a:chExt cx="755653" cy="720080"/>
          </a:xfrm>
        </p:grpSpPr>
        <p:sp>
          <p:nvSpPr>
            <p:cNvPr id="1368" name="현 17">
              <a:extLst>
                <a:ext uri="{FF2B5EF4-FFF2-40B4-BE49-F238E27FC236}">
                  <a16:creationId xmlns:a16="http://schemas.microsoft.com/office/drawing/2014/main" id="{450DAEA6-0B72-1C1E-31BC-6491605CA52A}"/>
                </a:ext>
              </a:extLst>
            </p:cNvPr>
            <p:cNvSpPr/>
            <p:nvPr/>
          </p:nvSpPr>
          <p:spPr>
            <a:xfrm rot="6802860">
              <a:off x="3350961" y="1274807"/>
              <a:ext cx="149238" cy="15815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9" name="타원 3">
              <a:extLst>
                <a:ext uri="{FF2B5EF4-FFF2-40B4-BE49-F238E27FC236}">
                  <a16:creationId xmlns:a16="http://schemas.microsoft.com/office/drawing/2014/main" id="{FDEA73F6-4C15-DA9F-8FBD-A6E6DA0DB95C}"/>
                </a:ext>
              </a:extLst>
            </p:cNvPr>
            <p:cNvSpPr/>
            <p:nvPr/>
          </p:nvSpPr>
          <p:spPr>
            <a:xfrm>
              <a:off x="3171480" y="1397447"/>
              <a:ext cx="514740" cy="48570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300" dirty="0"/>
            </a:p>
          </p:txBody>
        </p:sp>
        <p:sp>
          <p:nvSpPr>
            <p:cNvPr id="1370" name="현 1369">
              <a:extLst>
                <a:ext uri="{FF2B5EF4-FFF2-40B4-BE49-F238E27FC236}">
                  <a16:creationId xmlns:a16="http://schemas.microsoft.com/office/drawing/2014/main" id="{08F71D6F-0C2A-8B5B-981D-778F62A5FABC}"/>
                </a:ext>
              </a:extLst>
            </p:cNvPr>
            <p:cNvSpPr/>
            <p:nvPr/>
          </p:nvSpPr>
          <p:spPr>
            <a:xfrm rot="17541756">
              <a:off x="3361301" y="1845649"/>
              <a:ext cx="149238" cy="15815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1" name="현 21">
              <a:extLst>
                <a:ext uri="{FF2B5EF4-FFF2-40B4-BE49-F238E27FC236}">
                  <a16:creationId xmlns:a16="http://schemas.microsoft.com/office/drawing/2014/main" id="{37B22178-B0A6-26A1-1375-5DF1F0A5E1B0}"/>
                </a:ext>
              </a:extLst>
            </p:cNvPr>
            <p:cNvSpPr/>
            <p:nvPr/>
          </p:nvSpPr>
          <p:spPr>
            <a:xfrm rot="8812624">
              <a:off x="3525534" y="1326775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2" name="현 10">
              <a:extLst>
                <a:ext uri="{FF2B5EF4-FFF2-40B4-BE49-F238E27FC236}">
                  <a16:creationId xmlns:a16="http://schemas.microsoft.com/office/drawing/2014/main" id="{FC030623-5D32-4ECC-B588-56ADDF5E0997}"/>
                </a:ext>
              </a:extLst>
            </p:cNvPr>
            <p:cNvSpPr/>
            <p:nvPr/>
          </p:nvSpPr>
          <p:spPr>
            <a:xfrm rot="19551520">
              <a:off x="3173017" y="1803654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3" name="현 11">
              <a:extLst>
                <a:ext uri="{FF2B5EF4-FFF2-40B4-BE49-F238E27FC236}">
                  <a16:creationId xmlns:a16="http://schemas.microsoft.com/office/drawing/2014/main" id="{42C19662-2D1A-B567-4AD1-21BA4BEB6713}"/>
                </a:ext>
              </a:extLst>
            </p:cNvPr>
            <p:cNvSpPr/>
            <p:nvPr/>
          </p:nvSpPr>
          <p:spPr>
            <a:xfrm rot="4598853">
              <a:off x="3177086" y="1325335"/>
              <a:ext cx="149238" cy="15815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4" name="현 12">
              <a:extLst>
                <a:ext uri="{FF2B5EF4-FFF2-40B4-BE49-F238E27FC236}">
                  <a16:creationId xmlns:a16="http://schemas.microsoft.com/office/drawing/2014/main" id="{4C9906E3-3F54-28ED-204B-8FD476DC5105}"/>
                </a:ext>
              </a:extLst>
            </p:cNvPr>
            <p:cNvSpPr/>
            <p:nvPr/>
          </p:nvSpPr>
          <p:spPr>
            <a:xfrm rot="13056281">
              <a:off x="3652042" y="1633176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5" name="현 13">
              <a:extLst>
                <a:ext uri="{FF2B5EF4-FFF2-40B4-BE49-F238E27FC236}">
                  <a16:creationId xmlns:a16="http://schemas.microsoft.com/office/drawing/2014/main" id="{81680223-D8AF-5D3D-9058-D9CE1250A739}"/>
                </a:ext>
              </a:extLst>
            </p:cNvPr>
            <p:cNvSpPr/>
            <p:nvPr/>
          </p:nvSpPr>
          <p:spPr>
            <a:xfrm rot="10800000">
              <a:off x="3631980" y="1453600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6" name="현 14">
              <a:extLst>
                <a:ext uri="{FF2B5EF4-FFF2-40B4-BE49-F238E27FC236}">
                  <a16:creationId xmlns:a16="http://schemas.microsoft.com/office/drawing/2014/main" id="{0C25D233-5CAF-DAAC-4F8F-15777F02AA68}"/>
                </a:ext>
              </a:extLst>
            </p:cNvPr>
            <p:cNvSpPr/>
            <p:nvPr/>
          </p:nvSpPr>
          <p:spPr>
            <a:xfrm rot="253893">
              <a:off x="3054547" y="1658983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7" name="현 15">
              <a:extLst>
                <a:ext uri="{FF2B5EF4-FFF2-40B4-BE49-F238E27FC236}">
                  <a16:creationId xmlns:a16="http://schemas.microsoft.com/office/drawing/2014/main" id="{536EED1F-9AA0-6931-F517-3E3E634E4E30}"/>
                </a:ext>
              </a:extLst>
            </p:cNvPr>
            <p:cNvSpPr/>
            <p:nvPr/>
          </p:nvSpPr>
          <p:spPr>
            <a:xfrm rot="14987951">
              <a:off x="3559424" y="1780657"/>
              <a:ext cx="149238" cy="15815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8" name="현 16">
              <a:extLst>
                <a:ext uri="{FF2B5EF4-FFF2-40B4-BE49-F238E27FC236}">
                  <a16:creationId xmlns:a16="http://schemas.microsoft.com/office/drawing/2014/main" id="{C23F786F-9A53-E2BB-4831-48EDE01E8073}"/>
                </a:ext>
              </a:extLst>
            </p:cNvPr>
            <p:cNvSpPr/>
            <p:nvPr/>
          </p:nvSpPr>
          <p:spPr>
            <a:xfrm rot="2514970">
              <a:off x="3059850" y="1473376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9" name="TextBox 5">
              <a:extLst>
                <a:ext uri="{FF2B5EF4-FFF2-40B4-BE49-F238E27FC236}">
                  <a16:creationId xmlns:a16="http://schemas.microsoft.com/office/drawing/2014/main" id="{AD2E5DA1-77B8-5333-2E30-AA367E699D27}"/>
                </a:ext>
              </a:extLst>
            </p:cNvPr>
            <p:cNvSpPr txBox="1"/>
            <p:nvPr/>
          </p:nvSpPr>
          <p:spPr>
            <a:xfrm>
              <a:off x="3237782" y="1401910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dirty="0"/>
                <a:t>37</a:t>
              </a:r>
            </a:p>
            <a:p>
              <a:pPr algn="ctr"/>
              <a:r>
                <a:rPr lang="ko-KR" altLang="en-US" sz="800" dirty="0"/>
                <a:t>혼주</a:t>
              </a:r>
              <a:endParaRPr lang="en-US" altLang="ko-KR" sz="800" dirty="0"/>
            </a:p>
            <a:p>
              <a:pPr algn="ctr"/>
              <a:r>
                <a:rPr lang="ko-KR" altLang="en-US" sz="800" dirty="0"/>
                <a:t>하객</a:t>
              </a:r>
              <a:endParaRPr lang="en-US" altLang="ko-KR" sz="800" dirty="0"/>
            </a:p>
          </p:txBody>
        </p:sp>
      </p:grpSp>
      <p:grpSp>
        <p:nvGrpSpPr>
          <p:cNvPr id="1380" name="그룹 1379">
            <a:extLst>
              <a:ext uri="{FF2B5EF4-FFF2-40B4-BE49-F238E27FC236}">
                <a16:creationId xmlns:a16="http://schemas.microsoft.com/office/drawing/2014/main" id="{6263755D-3C91-B779-3E7B-92812A95BEC6}"/>
              </a:ext>
            </a:extLst>
          </p:cNvPr>
          <p:cNvGrpSpPr/>
          <p:nvPr/>
        </p:nvGrpSpPr>
        <p:grpSpPr>
          <a:xfrm>
            <a:off x="2892914" y="2602556"/>
            <a:ext cx="755653" cy="720080"/>
            <a:chOff x="3054547" y="1279267"/>
            <a:chExt cx="755653" cy="720080"/>
          </a:xfrm>
        </p:grpSpPr>
        <p:sp>
          <p:nvSpPr>
            <p:cNvPr id="1381" name="현 17">
              <a:extLst>
                <a:ext uri="{FF2B5EF4-FFF2-40B4-BE49-F238E27FC236}">
                  <a16:creationId xmlns:a16="http://schemas.microsoft.com/office/drawing/2014/main" id="{A5FC7FD8-528B-D29B-28A2-861F14A08E28}"/>
                </a:ext>
              </a:extLst>
            </p:cNvPr>
            <p:cNvSpPr/>
            <p:nvPr/>
          </p:nvSpPr>
          <p:spPr>
            <a:xfrm rot="6802860">
              <a:off x="3350961" y="1274807"/>
              <a:ext cx="149238" cy="15815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2" name="타원 3">
              <a:extLst>
                <a:ext uri="{FF2B5EF4-FFF2-40B4-BE49-F238E27FC236}">
                  <a16:creationId xmlns:a16="http://schemas.microsoft.com/office/drawing/2014/main" id="{927AB8D8-828A-6064-6C69-785602587851}"/>
                </a:ext>
              </a:extLst>
            </p:cNvPr>
            <p:cNvSpPr/>
            <p:nvPr/>
          </p:nvSpPr>
          <p:spPr>
            <a:xfrm>
              <a:off x="3171480" y="1397447"/>
              <a:ext cx="514740" cy="48570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300" dirty="0"/>
            </a:p>
          </p:txBody>
        </p:sp>
        <p:sp>
          <p:nvSpPr>
            <p:cNvPr id="1383" name="현 1382">
              <a:extLst>
                <a:ext uri="{FF2B5EF4-FFF2-40B4-BE49-F238E27FC236}">
                  <a16:creationId xmlns:a16="http://schemas.microsoft.com/office/drawing/2014/main" id="{385396F1-C6EA-7D72-7B99-AD977EDEEE1C}"/>
                </a:ext>
              </a:extLst>
            </p:cNvPr>
            <p:cNvSpPr/>
            <p:nvPr/>
          </p:nvSpPr>
          <p:spPr>
            <a:xfrm rot="17541756">
              <a:off x="3361301" y="1845649"/>
              <a:ext cx="149238" cy="15815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4" name="현 21">
              <a:extLst>
                <a:ext uri="{FF2B5EF4-FFF2-40B4-BE49-F238E27FC236}">
                  <a16:creationId xmlns:a16="http://schemas.microsoft.com/office/drawing/2014/main" id="{8BB817CC-E4BF-6DDD-4E15-187D1C128E26}"/>
                </a:ext>
              </a:extLst>
            </p:cNvPr>
            <p:cNvSpPr/>
            <p:nvPr/>
          </p:nvSpPr>
          <p:spPr>
            <a:xfrm rot="8812624">
              <a:off x="3525534" y="1326775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5" name="현 10">
              <a:extLst>
                <a:ext uri="{FF2B5EF4-FFF2-40B4-BE49-F238E27FC236}">
                  <a16:creationId xmlns:a16="http://schemas.microsoft.com/office/drawing/2014/main" id="{B9BBB44F-634D-58A2-8788-B888427AF0FB}"/>
                </a:ext>
              </a:extLst>
            </p:cNvPr>
            <p:cNvSpPr/>
            <p:nvPr/>
          </p:nvSpPr>
          <p:spPr>
            <a:xfrm rot="19551520">
              <a:off x="3173017" y="1803654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6" name="현 11">
              <a:extLst>
                <a:ext uri="{FF2B5EF4-FFF2-40B4-BE49-F238E27FC236}">
                  <a16:creationId xmlns:a16="http://schemas.microsoft.com/office/drawing/2014/main" id="{CEF33BE7-6C39-AB3E-5C1A-617AC74B4BC9}"/>
                </a:ext>
              </a:extLst>
            </p:cNvPr>
            <p:cNvSpPr/>
            <p:nvPr/>
          </p:nvSpPr>
          <p:spPr>
            <a:xfrm rot="4598853">
              <a:off x="3177086" y="1325335"/>
              <a:ext cx="149238" cy="15815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7" name="현 12">
              <a:extLst>
                <a:ext uri="{FF2B5EF4-FFF2-40B4-BE49-F238E27FC236}">
                  <a16:creationId xmlns:a16="http://schemas.microsoft.com/office/drawing/2014/main" id="{1EC11EB2-7B91-7A3A-382E-F9AB329C9A3B}"/>
                </a:ext>
              </a:extLst>
            </p:cNvPr>
            <p:cNvSpPr/>
            <p:nvPr/>
          </p:nvSpPr>
          <p:spPr>
            <a:xfrm rot="13056281">
              <a:off x="3652042" y="1633176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8" name="현 13">
              <a:extLst>
                <a:ext uri="{FF2B5EF4-FFF2-40B4-BE49-F238E27FC236}">
                  <a16:creationId xmlns:a16="http://schemas.microsoft.com/office/drawing/2014/main" id="{179600E2-A000-FCF7-CAB2-C266CBB1F6E7}"/>
                </a:ext>
              </a:extLst>
            </p:cNvPr>
            <p:cNvSpPr/>
            <p:nvPr/>
          </p:nvSpPr>
          <p:spPr>
            <a:xfrm rot="10800000">
              <a:off x="3631980" y="1453600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9" name="현 14">
              <a:extLst>
                <a:ext uri="{FF2B5EF4-FFF2-40B4-BE49-F238E27FC236}">
                  <a16:creationId xmlns:a16="http://schemas.microsoft.com/office/drawing/2014/main" id="{C7FD14AB-8918-20AA-4796-DE49C737C074}"/>
                </a:ext>
              </a:extLst>
            </p:cNvPr>
            <p:cNvSpPr/>
            <p:nvPr/>
          </p:nvSpPr>
          <p:spPr>
            <a:xfrm rot="253893">
              <a:off x="3054547" y="1658983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0" name="현 15">
              <a:extLst>
                <a:ext uri="{FF2B5EF4-FFF2-40B4-BE49-F238E27FC236}">
                  <a16:creationId xmlns:a16="http://schemas.microsoft.com/office/drawing/2014/main" id="{89D8CE4D-271B-A254-91F1-3A370AC862CD}"/>
                </a:ext>
              </a:extLst>
            </p:cNvPr>
            <p:cNvSpPr/>
            <p:nvPr/>
          </p:nvSpPr>
          <p:spPr>
            <a:xfrm rot="14987951">
              <a:off x="3559424" y="1780657"/>
              <a:ext cx="149238" cy="15815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1" name="현 16">
              <a:extLst>
                <a:ext uri="{FF2B5EF4-FFF2-40B4-BE49-F238E27FC236}">
                  <a16:creationId xmlns:a16="http://schemas.microsoft.com/office/drawing/2014/main" id="{167866FC-3E5A-627A-5505-CE35E5DB0540}"/>
                </a:ext>
              </a:extLst>
            </p:cNvPr>
            <p:cNvSpPr/>
            <p:nvPr/>
          </p:nvSpPr>
          <p:spPr>
            <a:xfrm rot="2514970">
              <a:off x="3059850" y="1473376"/>
              <a:ext cx="158158" cy="149238"/>
            </a:xfrm>
            <a:prstGeom prst="chord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2" name="TextBox 5">
              <a:extLst>
                <a:ext uri="{FF2B5EF4-FFF2-40B4-BE49-F238E27FC236}">
                  <a16:creationId xmlns:a16="http://schemas.microsoft.com/office/drawing/2014/main" id="{654975E6-E2F9-74FE-C60D-1DE5ECB2359A}"/>
                </a:ext>
              </a:extLst>
            </p:cNvPr>
            <p:cNvSpPr txBox="1"/>
            <p:nvPr/>
          </p:nvSpPr>
          <p:spPr>
            <a:xfrm>
              <a:off x="3237782" y="1401910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dirty="0"/>
                <a:t>3</a:t>
              </a:r>
            </a:p>
            <a:p>
              <a:pPr algn="ctr"/>
              <a:r>
                <a:rPr lang="ko-KR" altLang="en-US" sz="800" dirty="0"/>
                <a:t>신부</a:t>
              </a:r>
              <a:endParaRPr lang="en-US" altLang="ko-KR" sz="800" dirty="0"/>
            </a:p>
            <a:p>
              <a:pPr algn="ctr"/>
              <a:r>
                <a:rPr lang="ko-KR" altLang="en-US" sz="800" dirty="0"/>
                <a:t>가족</a:t>
              </a:r>
            </a:p>
          </p:txBody>
        </p:sp>
      </p:grpSp>
      <p:grpSp>
        <p:nvGrpSpPr>
          <p:cNvPr id="1407" name="그룹 1406">
            <a:extLst>
              <a:ext uri="{FF2B5EF4-FFF2-40B4-BE49-F238E27FC236}">
                <a16:creationId xmlns:a16="http://schemas.microsoft.com/office/drawing/2014/main" id="{06EFFA6E-B611-D192-7D79-35FAEB9CBA7A}"/>
              </a:ext>
            </a:extLst>
          </p:cNvPr>
          <p:cNvGrpSpPr/>
          <p:nvPr/>
        </p:nvGrpSpPr>
        <p:grpSpPr>
          <a:xfrm>
            <a:off x="3679845" y="2602556"/>
            <a:ext cx="755653" cy="720080"/>
            <a:chOff x="-1207314" y="2943995"/>
            <a:chExt cx="755653" cy="720080"/>
          </a:xfrm>
        </p:grpSpPr>
        <p:sp>
          <p:nvSpPr>
            <p:cNvPr id="1408" name="현 17">
              <a:extLst>
                <a:ext uri="{FF2B5EF4-FFF2-40B4-BE49-F238E27FC236}">
                  <a16:creationId xmlns:a16="http://schemas.microsoft.com/office/drawing/2014/main" id="{912C5F9C-4706-737D-04A8-E5CB7ABD5BD1}"/>
                </a:ext>
              </a:extLst>
            </p:cNvPr>
            <p:cNvSpPr/>
            <p:nvPr/>
          </p:nvSpPr>
          <p:spPr>
            <a:xfrm rot="6802860">
              <a:off x="-910900" y="2939535"/>
              <a:ext cx="149238" cy="158158"/>
            </a:xfrm>
            <a:prstGeom prst="chord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9" name="타원 3">
              <a:extLst>
                <a:ext uri="{FF2B5EF4-FFF2-40B4-BE49-F238E27FC236}">
                  <a16:creationId xmlns:a16="http://schemas.microsoft.com/office/drawing/2014/main" id="{1332B653-59CB-21AF-084A-FF60CDA12384}"/>
                </a:ext>
              </a:extLst>
            </p:cNvPr>
            <p:cNvSpPr/>
            <p:nvPr/>
          </p:nvSpPr>
          <p:spPr>
            <a:xfrm>
              <a:off x="-1090381" y="3062175"/>
              <a:ext cx="514740" cy="485709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300" dirty="0"/>
            </a:p>
          </p:txBody>
        </p:sp>
        <p:sp>
          <p:nvSpPr>
            <p:cNvPr id="1410" name="현 1409">
              <a:extLst>
                <a:ext uri="{FF2B5EF4-FFF2-40B4-BE49-F238E27FC236}">
                  <a16:creationId xmlns:a16="http://schemas.microsoft.com/office/drawing/2014/main" id="{7A423163-76B7-6194-766B-01DECD4516D3}"/>
                </a:ext>
              </a:extLst>
            </p:cNvPr>
            <p:cNvSpPr/>
            <p:nvPr/>
          </p:nvSpPr>
          <p:spPr>
            <a:xfrm rot="17541756">
              <a:off x="-900560" y="3510377"/>
              <a:ext cx="149238" cy="158158"/>
            </a:xfrm>
            <a:prstGeom prst="chord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1" name="현 21">
              <a:extLst>
                <a:ext uri="{FF2B5EF4-FFF2-40B4-BE49-F238E27FC236}">
                  <a16:creationId xmlns:a16="http://schemas.microsoft.com/office/drawing/2014/main" id="{9B8F58B7-2B4F-D383-A902-B37AB66579DC}"/>
                </a:ext>
              </a:extLst>
            </p:cNvPr>
            <p:cNvSpPr/>
            <p:nvPr/>
          </p:nvSpPr>
          <p:spPr>
            <a:xfrm rot="8812624">
              <a:off x="-736327" y="2991503"/>
              <a:ext cx="158158" cy="149238"/>
            </a:xfrm>
            <a:prstGeom prst="chord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2" name="현 10">
              <a:extLst>
                <a:ext uri="{FF2B5EF4-FFF2-40B4-BE49-F238E27FC236}">
                  <a16:creationId xmlns:a16="http://schemas.microsoft.com/office/drawing/2014/main" id="{CA6B390D-5DB6-9FA0-1076-4837B56037E7}"/>
                </a:ext>
              </a:extLst>
            </p:cNvPr>
            <p:cNvSpPr/>
            <p:nvPr/>
          </p:nvSpPr>
          <p:spPr>
            <a:xfrm rot="19551520">
              <a:off x="-1088844" y="3468382"/>
              <a:ext cx="158158" cy="149238"/>
            </a:xfrm>
            <a:prstGeom prst="chord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3" name="현 11">
              <a:extLst>
                <a:ext uri="{FF2B5EF4-FFF2-40B4-BE49-F238E27FC236}">
                  <a16:creationId xmlns:a16="http://schemas.microsoft.com/office/drawing/2014/main" id="{680623E1-75CE-0F35-D4AC-A2428B999227}"/>
                </a:ext>
              </a:extLst>
            </p:cNvPr>
            <p:cNvSpPr/>
            <p:nvPr/>
          </p:nvSpPr>
          <p:spPr>
            <a:xfrm rot="4598853">
              <a:off x="-1084775" y="2990063"/>
              <a:ext cx="149238" cy="158158"/>
            </a:xfrm>
            <a:prstGeom prst="chord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4" name="현 12">
              <a:extLst>
                <a:ext uri="{FF2B5EF4-FFF2-40B4-BE49-F238E27FC236}">
                  <a16:creationId xmlns:a16="http://schemas.microsoft.com/office/drawing/2014/main" id="{9B06C5B7-F1C2-23D7-B23E-DB5DB425B0B4}"/>
                </a:ext>
              </a:extLst>
            </p:cNvPr>
            <p:cNvSpPr/>
            <p:nvPr/>
          </p:nvSpPr>
          <p:spPr>
            <a:xfrm rot="13056281">
              <a:off x="-609819" y="3297904"/>
              <a:ext cx="158158" cy="149238"/>
            </a:xfrm>
            <a:prstGeom prst="chord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5" name="현 13">
              <a:extLst>
                <a:ext uri="{FF2B5EF4-FFF2-40B4-BE49-F238E27FC236}">
                  <a16:creationId xmlns:a16="http://schemas.microsoft.com/office/drawing/2014/main" id="{EBC3317C-DA2D-04A2-39FE-1E686D6E708B}"/>
                </a:ext>
              </a:extLst>
            </p:cNvPr>
            <p:cNvSpPr/>
            <p:nvPr/>
          </p:nvSpPr>
          <p:spPr>
            <a:xfrm rot="10800000">
              <a:off x="-629881" y="3118328"/>
              <a:ext cx="158158" cy="149238"/>
            </a:xfrm>
            <a:prstGeom prst="chord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6" name="현 14">
              <a:extLst>
                <a:ext uri="{FF2B5EF4-FFF2-40B4-BE49-F238E27FC236}">
                  <a16:creationId xmlns:a16="http://schemas.microsoft.com/office/drawing/2014/main" id="{A8E3CB44-D27F-63D2-AAB4-A610C86505BF}"/>
                </a:ext>
              </a:extLst>
            </p:cNvPr>
            <p:cNvSpPr/>
            <p:nvPr/>
          </p:nvSpPr>
          <p:spPr>
            <a:xfrm rot="253893">
              <a:off x="-1207314" y="3323711"/>
              <a:ext cx="158158" cy="149238"/>
            </a:xfrm>
            <a:prstGeom prst="chord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7" name="현 15">
              <a:extLst>
                <a:ext uri="{FF2B5EF4-FFF2-40B4-BE49-F238E27FC236}">
                  <a16:creationId xmlns:a16="http://schemas.microsoft.com/office/drawing/2014/main" id="{A591DCEC-8BB5-A9CE-B556-C053FA08B7DA}"/>
                </a:ext>
              </a:extLst>
            </p:cNvPr>
            <p:cNvSpPr/>
            <p:nvPr/>
          </p:nvSpPr>
          <p:spPr>
            <a:xfrm rot="14987951">
              <a:off x="-702437" y="3445385"/>
              <a:ext cx="149238" cy="158158"/>
            </a:xfrm>
            <a:prstGeom prst="chord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8" name="현 16">
              <a:extLst>
                <a:ext uri="{FF2B5EF4-FFF2-40B4-BE49-F238E27FC236}">
                  <a16:creationId xmlns:a16="http://schemas.microsoft.com/office/drawing/2014/main" id="{9606482F-14EC-9947-BA3D-A8FE962E845D}"/>
                </a:ext>
              </a:extLst>
            </p:cNvPr>
            <p:cNvSpPr/>
            <p:nvPr/>
          </p:nvSpPr>
          <p:spPr>
            <a:xfrm rot="2514970">
              <a:off x="-1202011" y="3138104"/>
              <a:ext cx="158158" cy="149238"/>
            </a:xfrm>
            <a:prstGeom prst="chord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9" name="TextBox 5">
              <a:extLst>
                <a:ext uri="{FF2B5EF4-FFF2-40B4-BE49-F238E27FC236}">
                  <a16:creationId xmlns:a16="http://schemas.microsoft.com/office/drawing/2014/main" id="{1E2E42F2-C975-922C-0F8B-FD0DF6B122B0}"/>
                </a:ext>
              </a:extLst>
            </p:cNvPr>
            <p:cNvSpPr txBox="1"/>
            <p:nvPr/>
          </p:nvSpPr>
          <p:spPr>
            <a:xfrm>
              <a:off x="-1024079" y="3066122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dirty="0"/>
                <a:t>10</a:t>
              </a:r>
            </a:p>
            <a:p>
              <a:pPr algn="ctr"/>
              <a:r>
                <a:rPr lang="ko-KR" altLang="en-US" sz="800" dirty="0"/>
                <a:t>신랑</a:t>
              </a:r>
              <a:endParaRPr lang="en-US" altLang="ko-KR" sz="800" dirty="0"/>
            </a:p>
            <a:p>
              <a:pPr algn="ctr"/>
              <a:r>
                <a:rPr lang="ko-KR" altLang="en-US" sz="800" dirty="0"/>
                <a:t>하객</a:t>
              </a:r>
            </a:p>
          </p:txBody>
        </p:sp>
      </p:grpSp>
      <p:grpSp>
        <p:nvGrpSpPr>
          <p:cNvPr id="1420" name="그룹 1419">
            <a:extLst>
              <a:ext uri="{FF2B5EF4-FFF2-40B4-BE49-F238E27FC236}">
                <a16:creationId xmlns:a16="http://schemas.microsoft.com/office/drawing/2014/main" id="{F32E004D-4B46-04B6-B13F-DA78D7CB07AB}"/>
              </a:ext>
            </a:extLst>
          </p:cNvPr>
          <p:cNvGrpSpPr/>
          <p:nvPr/>
        </p:nvGrpSpPr>
        <p:grpSpPr>
          <a:xfrm>
            <a:off x="4455671" y="2602556"/>
            <a:ext cx="755653" cy="720080"/>
            <a:chOff x="-1207314" y="2943995"/>
            <a:chExt cx="755653" cy="720080"/>
          </a:xfrm>
        </p:grpSpPr>
        <p:sp>
          <p:nvSpPr>
            <p:cNvPr id="1421" name="현 17">
              <a:extLst>
                <a:ext uri="{FF2B5EF4-FFF2-40B4-BE49-F238E27FC236}">
                  <a16:creationId xmlns:a16="http://schemas.microsoft.com/office/drawing/2014/main" id="{EBEEE27C-7699-4063-0545-D0ED153257D5}"/>
                </a:ext>
              </a:extLst>
            </p:cNvPr>
            <p:cNvSpPr/>
            <p:nvPr/>
          </p:nvSpPr>
          <p:spPr>
            <a:xfrm rot="6802860">
              <a:off x="-910900" y="2939535"/>
              <a:ext cx="149238" cy="158158"/>
            </a:xfrm>
            <a:prstGeom prst="chord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2" name="타원 3">
              <a:extLst>
                <a:ext uri="{FF2B5EF4-FFF2-40B4-BE49-F238E27FC236}">
                  <a16:creationId xmlns:a16="http://schemas.microsoft.com/office/drawing/2014/main" id="{CFAF9C17-EC9C-7560-9FC9-AD885D69A1DA}"/>
                </a:ext>
              </a:extLst>
            </p:cNvPr>
            <p:cNvSpPr/>
            <p:nvPr/>
          </p:nvSpPr>
          <p:spPr>
            <a:xfrm>
              <a:off x="-1090381" y="3062175"/>
              <a:ext cx="514740" cy="485709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300" dirty="0"/>
            </a:p>
          </p:txBody>
        </p:sp>
        <p:sp>
          <p:nvSpPr>
            <p:cNvPr id="1423" name="현 1422">
              <a:extLst>
                <a:ext uri="{FF2B5EF4-FFF2-40B4-BE49-F238E27FC236}">
                  <a16:creationId xmlns:a16="http://schemas.microsoft.com/office/drawing/2014/main" id="{BBAE9B7C-F062-44D6-55AC-B4927C4A784A}"/>
                </a:ext>
              </a:extLst>
            </p:cNvPr>
            <p:cNvSpPr/>
            <p:nvPr/>
          </p:nvSpPr>
          <p:spPr>
            <a:xfrm rot="17541756">
              <a:off x="-900560" y="3510377"/>
              <a:ext cx="149238" cy="158158"/>
            </a:xfrm>
            <a:prstGeom prst="chord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4" name="현 21">
              <a:extLst>
                <a:ext uri="{FF2B5EF4-FFF2-40B4-BE49-F238E27FC236}">
                  <a16:creationId xmlns:a16="http://schemas.microsoft.com/office/drawing/2014/main" id="{8AF94A7D-69E3-7C70-7403-8234A22B8B9A}"/>
                </a:ext>
              </a:extLst>
            </p:cNvPr>
            <p:cNvSpPr/>
            <p:nvPr/>
          </p:nvSpPr>
          <p:spPr>
            <a:xfrm rot="8812624">
              <a:off x="-736327" y="2991503"/>
              <a:ext cx="158158" cy="149238"/>
            </a:xfrm>
            <a:prstGeom prst="chord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5" name="현 10">
              <a:extLst>
                <a:ext uri="{FF2B5EF4-FFF2-40B4-BE49-F238E27FC236}">
                  <a16:creationId xmlns:a16="http://schemas.microsoft.com/office/drawing/2014/main" id="{31EBAEBB-A319-2510-5508-FDC3F2681FB1}"/>
                </a:ext>
              </a:extLst>
            </p:cNvPr>
            <p:cNvSpPr/>
            <p:nvPr/>
          </p:nvSpPr>
          <p:spPr>
            <a:xfrm rot="19551520">
              <a:off x="-1088844" y="3468382"/>
              <a:ext cx="158158" cy="149238"/>
            </a:xfrm>
            <a:prstGeom prst="chord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6" name="현 11">
              <a:extLst>
                <a:ext uri="{FF2B5EF4-FFF2-40B4-BE49-F238E27FC236}">
                  <a16:creationId xmlns:a16="http://schemas.microsoft.com/office/drawing/2014/main" id="{7A163CBB-46F4-9A5D-D87A-2B3C68A82254}"/>
                </a:ext>
              </a:extLst>
            </p:cNvPr>
            <p:cNvSpPr/>
            <p:nvPr/>
          </p:nvSpPr>
          <p:spPr>
            <a:xfrm rot="4598853">
              <a:off x="-1084775" y="2990063"/>
              <a:ext cx="149238" cy="158158"/>
            </a:xfrm>
            <a:prstGeom prst="chord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7" name="현 12">
              <a:extLst>
                <a:ext uri="{FF2B5EF4-FFF2-40B4-BE49-F238E27FC236}">
                  <a16:creationId xmlns:a16="http://schemas.microsoft.com/office/drawing/2014/main" id="{11439BA8-22D8-5438-BEDD-99A5DDBFF012}"/>
                </a:ext>
              </a:extLst>
            </p:cNvPr>
            <p:cNvSpPr/>
            <p:nvPr/>
          </p:nvSpPr>
          <p:spPr>
            <a:xfrm rot="13056281">
              <a:off x="-609819" y="3297904"/>
              <a:ext cx="158158" cy="149238"/>
            </a:xfrm>
            <a:prstGeom prst="chord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8" name="현 13">
              <a:extLst>
                <a:ext uri="{FF2B5EF4-FFF2-40B4-BE49-F238E27FC236}">
                  <a16:creationId xmlns:a16="http://schemas.microsoft.com/office/drawing/2014/main" id="{68219E9F-F12D-DCEA-270D-CB27B3FBE538}"/>
                </a:ext>
              </a:extLst>
            </p:cNvPr>
            <p:cNvSpPr/>
            <p:nvPr/>
          </p:nvSpPr>
          <p:spPr>
            <a:xfrm rot="10800000">
              <a:off x="-629881" y="3118328"/>
              <a:ext cx="158158" cy="149238"/>
            </a:xfrm>
            <a:prstGeom prst="chord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9" name="현 14">
              <a:extLst>
                <a:ext uri="{FF2B5EF4-FFF2-40B4-BE49-F238E27FC236}">
                  <a16:creationId xmlns:a16="http://schemas.microsoft.com/office/drawing/2014/main" id="{A0E0FED9-3905-6A97-2682-06DFEF793ACE}"/>
                </a:ext>
              </a:extLst>
            </p:cNvPr>
            <p:cNvSpPr/>
            <p:nvPr/>
          </p:nvSpPr>
          <p:spPr>
            <a:xfrm rot="253893">
              <a:off x="-1207314" y="3323711"/>
              <a:ext cx="158158" cy="149238"/>
            </a:xfrm>
            <a:prstGeom prst="chord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0" name="현 15">
              <a:extLst>
                <a:ext uri="{FF2B5EF4-FFF2-40B4-BE49-F238E27FC236}">
                  <a16:creationId xmlns:a16="http://schemas.microsoft.com/office/drawing/2014/main" id="{857767BB-369F-EFCB-F87B-F10B810041BB}"/>
                </a:ext>
              </a:extLst>
            </p:cNvPr>
            <p:cNvSpPr/>
            <p:nvPr/>
          </p:nvSpPr>
          <p:spPr>
            <a:xfrm rot="14987951">
              <a:off x="-702437" y="3445385"/>
              <a:ext cx="149238" cy="158158"/>
            </a:xfrm>
            <a:prstGeom prst="chord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1" name="현 16">
              <a:extLst>
                <a:ext uri="{FF2B5EF4-FFF2-40B4-BE49-F238E27FC236}">
                  <a16:creationId xmlns:a16="http://schemas.microsoft.com/office/drawing/2014/main" id="{4A062317-B6A5-56EE-B1D5-5E7188EDE1F6}"/>
                </a:ext>
              </a:extLst>
            </p:cNvPr>
            <p:cNvSpPr/>
            <p:nvPr/>
          </p:nvSpPr>
          <p:spPr>
            <a:xfrm rot="2514970">
              <a:off x="-1202011" y="3138104"/>
              <a:ext cx="158158" cy="149238"/>
            </a:xfrm>
            <a:prstGeom prst="chord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2" name="TextBox 5">
              <a:extLst>
                <a:ext uri="{FF2B5EF4-FFF2-40B4-BE49-F238E27FC236}">
                  <a16:creationId xmlns:a16="http://schemas.microsoft.com/office/drawing/2014/main" id="{D78D61AD-C861-DAC5-73AD-A06595F412B8}"/>
                </a:ext>
              </a:extLst>
            </p:cNvPr>
            <p:cNvSpPr txBox="1"/>
            <p:nvPr/>
          </p:nvSpPr>
          <p:spPr>
            <a:xfrm>
              <a:off x="-1024079" y="3066122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dirty="0"/>
                <a:t>17</a:t>
              </a:r>
            </a:p>
            <a:p>
              <a:pPr algn="ctr"/>
              <a:r>
                <a:rPr lang="ko-KR" altLang="en-US" sz="800" dirty="0"/>
                <a:t>신랑</a:t>
              </a:r>
              <a:endParaRPr lang="en-US" altLang="ko-KR" sz="800" dirty="0"/>
            </a:p>
            <a:p>
              <a:pPr algn="ctr"/>
              <a:r>
                <a:rPr lang="ko-KR" altLang="en-US" sz="800" dirty="0"/>
                <a:t>하객</a:t>
              </a:r>
            </a:p>
          </p:txBody>
        </p:sp>
      </p:grpSp>
      <p:grpSp>
        <p:nvGrpSpPr>
          <p:cNvPr id="1447" name="그룹 1446">
            <a:extLst>
              <a:ext uri="{FF2B5EF4-FFF2-40B4-BE49-F238E27FC236}">
                <a16:creationId xmlns:a16="http://schemas.microsoft.com/office/drawing/2014/main" id="{29C25E5B-FC96-5505-05F7-697121CF7E33}"/>
              </a:ext>
            </a:extLst>
          </p:cNvPr>
          <p:cNvGrpSpPr/>
          <p:nvPr/>
        </p:nvGrpSpPr>
        <p:grpSpPr>
          <a:xfrm>
            <a:off x="5255938" y="2602556"/>
            <a:ext cx="755653" cy="720080"/>
            <a:chOff x="-1207314" y="2943995"/>
            <a:chExt cx="755653" cy="720080"/>
          </a:xfrm>
        </p:grpSpPr>
        <p:sp>
          <p:nvSpPr>
            <p:cNvPr id="1448" name="현 17">
              <a:extLst>
                <a:ext uri="{FF2B5EF4-FFF2-40B4-BE49-F238E27FC236}">
                  <a16:creationId xmlns:a16="http://schemas.microsoft.com/office/drawing/2014/main" id="{92058B60-49FE-56A1-148E-E7AF1C316B05}"/>
                </a:ext>
              </a:extLst>
            </p:cNvPr>
            <p:cNvSpPr/>
            <p:nvPr/>
          </p:nvSpPr>
          <p:spPr>
            <a:xfrm rot="6802860">
              <a:off x="-910900" y="2939535"/>
              <a:ext cx="149238" cy="158158"/>
            </a:xfrm>
            <a:prstGeom prst="chord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9" name="타원 3">
              <a:extLst>
                <a:ext uri="{FF2B5EF4-FFF2-40B4-BE49-F238E27FC236}">
                  <a16:creationId xmlns:a16="http://schemas.microsoft.com/office/drawing/2014/main" id="{6D077B32-FD68-6DE4-A313-E9B08E025998}"/>
                </a:ext>
              </a:extLst>
            </p:cNvPr>
            <p:cNvSpPr/>
            <p:nvPr/>
          </p:nvSpPr>
          <p:spPr>
            <a:xfrm>
              <a:off x="-1090381" y="3062175"/>
              <a:ext cx="514740" cy="485709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300" dirty="0"/>
            </a:p>
          </p:txBody>
        </p:sp>
        <p:sp>
          <p:nvSpPr>
            <p:cNvPr id="1450" name="현 1449">
              <a:extLst>
                <a:ext uri="{FF2B5EF4-FFF2-40B4-BE49-F238E27FC236}">
                  <a16:creationId xmlns:a16="http://schemas.microsoft.com/office/drawing/2014/main" id="{D68030AB-5985-D4E7-88BB-E68F5409DEED}"/>
                </a:ext>
              </a:extLst>
            </p:cNvPr>
            <p:cNvSpPr/>
            <p:nvPr/>
          </p:nvSpPr>
          <p:spPr>
            <a:xfrm rot="17541756">
              <a:off x="-900560" y="3510377"/>
              <a:ext cx="149238" cy="158158"/>
            </a:xfrm>
            <a:prstGeom prst="chord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1" name="현 21">
              <a:extLst>
                <a:ext uri="{FF2B5EF4-FFF2-40B4-BE49-F238E27FC236}">
                  <a16:creationId xmlns:a16="http://schemas.microsoft.com/office/drawing/2014/main" id="{82F2AB49-2F8C-40B9-43DC-2FAECDBA4303}"/>
                </a:ext>
              </a:extLst>
            </p:cNvPr>
            <p:cNvSpPr/>
            <p:nvPr/>
          </p:nvSpPr>
          <p:spPr>
            <a:xfrm rot="8812624">
              <a:off x="-736327" y="2991503"/>
              <a:ext cx="158158" cy="149238"/>
            </a:xfrm>
            <a:prstGeom prst="chord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2" name="현 10">
              <a:extLst>
                <a:ext uri="{FF2B5EF4-FFF2-40B4-BE49-F238E27FC236}">
                  <a16:creationId xmlns:a16="http://schemas.microsoft.com/office/drawing/2014/main" id="{FBC92612-116E-8FF0-A23C-9DF1B601409E}"/>
                </a:ext>
              </a:extLst>
            </p:cNvPr>
            <p:cNvSpPr/>
            <p:nvPr/>
          </p:nvSpPr>
          <p:spPr>
            <a:xfrm rot="19551520">
              <a:off x="-1088844" y="3468382"/>
              <a:ext cx="158158" cy="149238"/>
            </a:xfrm>
            <a:prstGeom prst="chord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3" name="현 11">
              <a:extLst>
                <a:ext uri="{FF2B5EF4-FFF2-40B4-BE49-F238E27FC236}">
                  <a16:creationId xmlns:a16="http://schemas.microsoft.com/office/drawing/2014/main" id="{470CA373-733F-E7B2-C483-816B6150C69C}"/>
                </a:ext>
              </a:extLst>
            </p:cNvPr>
            <p:cNvSpPr/>
            <p:nvPr/>
          </p:nvSpPr>
          <p:spPr>
            <a:xfrm rot="4598853">
              <a:off x="-1084775" y="2990063"/>
              <a:ext cx="149238" cy="158158"/>
            </a:xfrm>
            <a:prstGeom prst="chord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4" name="현 12">
              <a:extLst>
                <a:ext uri="{FF2B5EF4-FFF2-40B4-BE49-F238E27FC236}">
                  <a16:creationId xmlns:a16="http://schemas.microsoft.com/office/drawing/2014/main" id="{735DC2FC-2AB6-B6A6-903A-44D511B5B2A4}"/>
                </a:ext>
              </a:extLst>
            </p:cNvPr>
            <p:cNvSpPr/>
            <p:nvPr/>
          </p:nvSpPr>
          <p:spPr>
            <a:xfrm rot="13056281">
              <a:off x="-609819" y="3297904"/>
              <a:ext cx="158158" cy="149238"/>
            </a:xfrm>
            <a:prstGeom prst="chord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5" name="현 13">
              <a:extLst>
                <a:ext uri="{FF2B5EF4-FFF2-40B4-BE49-F238E27FC236}">
                  <a16:creationId xmlns:a16="http://schemas.microsoft.com/office/drawing/2014/main" id="{609CEB97-7593-4CA4-E966-C0368ED46B72}"/>
                </a:ext>
              </a:extLst>
            </p:cNvPr>
            <p:cNvSpPr/>
            <p:nvPr/>
          </p:nvSpPr>
          <p:spPr>
            <a:xfrm rot="10800000">
              <a:off x="-629881" y="3118328"/>
              <a:ext cx="158158" cy="149238"/>
            </a:xfrm>
            <a:prstGeom prst="chord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6" name="현 14">
              <a:extLst>
                <a:ext uri="{FF2B5EF4-FFF2-40B4-BE49-F238E27FC236}">
                  <a16:creationId xmlns:a16="http://schemas.microsoft.com/office/drawing/2014/main" id="{5D8B5C9B-0F06-6751-A5FB-501243A8617B}"/>
                </a:ext>
              </a:extLst>
            </p:cNvPr>
            <p:cNvSpPr/>
            <p:nvPr/>
          </p:nvSpPr>
          <p:spPr>
            <a:xfrm rot="253893">
              <a:off x="-1207314" y="3323711"/>
              <a:ext cx="158158" cy="149238"/>
            </a:xfrm>
            <a:prstGeom prst="chord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7" name="현 15">
              <a:extLst>
                <a:ext uri="{FF2B5EF4-FFF2-40B4-BE49-F238E27FC236}">
                  <a16:creationId xmlns:a16="http://schemas.microsoft.com/office/drawing/2014/main" id="{2060EA41-A0E5-168A-2518-51361F0AD06A}"/>
                </a:ext>
              </a:extLst>
            </p:cNvPr>
            <p:cNvSpPr/>
            <p:nvPr/>
          </p:nvSpPr>
          <p:spPr>
            <a:xfrm rot="14987951">
              <a:off x="-702437" y="3445385"/>
              <a:ext cx="149238" cy="158158"/>
            </a:xfrm>
            <a:prstGeom prst="chord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8" name="현 16">
              <a:extLst>
                <a:ext uri="{FF2B5EF4-FFF2-40B4-BE49-F238E27FC236}">
                  <a16:creationId xmlns:a16="http://schemas.microsoft.com/office/drawing/2014/main" id="{43329098-1A80-90AA-CB91-94EC7D497BFC}"/>
                </a:ext>
              </a:extLst>
            </p:cNvPr>
            <p:cNvSpPr/>
            <p:nvPr/>
          </p:nvSpPr>
          <p:spPr>
            <a:xfrm rot="2514970">
              <a:off x="-1202011" y="3138104"/>
              <a:ext cx="158158" cy="149238"/>
            </a:xfrm>
            <a:prstGeom prst="chord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9" name="TextBox 5">
              <a:extLst>
                <a:ext uri="{FF2B5EF4-FFF2-40B4-BE49-F238E27FC236}">
                  <a16:creationId xmlns:a16="http://schemas.microsoft.com/office/drawing/2014/main" id="{4605141B-0A1A-566F-840B-BF750DCF01B8}"/>
                </a:ext>
              </a:extLst>
            </p:cNvPr>
            <p:cNvSpPr txBox="1"/>
            <p:nvPr/>
          </p:nvSpPr>
          <p:spPr>
            <a:xfrm>
              <a:off x="-1024079" y="3066122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dirty="0"/>
                <a:t>24</a:t>
              </a:r>
            </a:p>
            <a:p>
              <a:pPr algn="ctr"/>
              <a:r>
                <a:rPr lang="ko-KR" altLang="en-US" sz="800" dirty="0"/>
                <a:t>신랑</a:t>
              </a:r>
              <a:endParaRPr lang="en-US" altLang="ko-KR" sz="800" dirty="0"/>
            </a:p>
            <a:p>
              <a:pPr algn="ctr"/>
              <a:r>
                <a:rPr lang="ko-KR" altLang="en-US" sz="800" dirty="0"/>
                <a:t>하객</a:t>
              </a:r>
            </a:p>
          </p:txBody>
        </p:sp>
      </p:grpSp>
      <p:grpSp>
        <p:nvGrpSpPr>
          <p:cNvPr id="1486" name="그룹 1485">
            <a:extLst>
              <a:ext uri="{FF2B5EF4-FFF2-40B4-BE49-F238E27FC236}">
                <a16:creationId xmlns:a16="http://schemas.microsoft.com/office/drawing/2014/main" id="{3FF1CF41-E840-D2C0-2E51-039F411BC276}"/>
              </a:ext>
            </a:extLst>
          </p:cNvPr>
          <p:cNvGrpSpPr/>
          <p:nvPr/>
        </p:nvGrpSpPr>
        <p:grpSpPr>
          <a:xfrm>
            <a:off x="6093676" y="2602556"/>
            <a:ext cx="755653" cy="720080"/>
            <a:chOff x="-1207314" y="2943995"/>
            <a:chExt cx="755653" cy="720080"/>
          </a:xfrm>
        </p:grpSpPr>
        <p:sp>
          <p:nvSpPr>
            <p:cNvPr id="1487" name="현 17">
              <a:extLst>
                <a:ext uri="{FF2B5EF4-FFF2-40B4-BE49-F238E27FC236}">
                  <a16:creationId xmlns:a16="http://schemas.microsoft.com/office/drawing/2014/main" id="{16135861-62E0-41C8-E422-3440BAB4FEBF}"/>
                </a:ext>
              </a:extLst>
            </p:cNvPr>
            <p:cNvSpPr/>
            <p:nvPr/>
          </p:nvSpPr>
          <p:spPr>
            <a:xfrm rot="6802860">
              <a:off x="-910900" y="2939535"/>
              <a:ext cx="149238" cy="158158"/>
            </a:xfrm>
            <a:prstGeom prst="chord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8" name="타원 3">
              <a:extLst>
                <a:ext uri="{FF2B5EF4-FFF2-40B4-BE49-F238E27FC236}">
                  <a16:creationId xmlns:a16="http://schemas.microsoft.com/office/drawing/2014/main" id="{32298C0D-A05A-88F4-AB16-E4A21FB7B45A}"/>
                </a:ext>
              </a:extLst>
            </p:cNvPr>
            <p:cNvSpPr/>
            <p:nvPr/>
          </p:nvSpPr>
          <p:spPr>
            <a:xfrm>
              <a:off x="-1090381" y="3062175"/>
              <a:ext cx="514740" cy="485709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300" dirty="0"/>
            </a:p>
          </p:txBody>
        </p:sp>
        <p:sp>
          <p:nvSpPr>
            <p:cNvPr id="1489" name="현 1488">
              <a:extLst>
                <a:ext uri="{FF2B5EF4-FFF2-40B4-BE49-F238E27FC236}">
                  <a16:creationId xmlns:a16="http://schemas.microsoft.com/office/drawing/2014/main" id="{83E8FD3D-1F0E-5BA4-1B4A-77BAD21BD0A2}"/>
                </a:ext>
              </a:extLst>
            </p:cNvPr>
            <p:cNvSpPr/>
            <p:nvPr/>
          </p:nvSpPr>
          <p:spPr>
            <a:xfrm rot="17541756">
              <a:off x="-900560" y="3510377"/>
              <a:ext cx="149238" cy="158158"/>
            </a:xfrm>
            <a:prstGeom prst="chord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0" name="현 21">
              <a:extLst>
                <a:ext uri="{FF2B5EF4-FFF2-40B4-BE49-F238E27FC236}">
                  <a16:creationId xmlns:a16="http://schemas.microsoft.com/office/drawing/2014/main" id="{80243CC4-4833-DECC-FD5F-C27CD3E47D62}"/>
                </a:ext>
              </a:extLst>
            </p:cNvPr>
            <p:cNvSpPr/>
            <p:nvPr/>
          </p:nvSpPr>
          <p:spPr>
            <a:xfrm rot="8812624">
              <a:off x="-736327" y="2991503"/>
              <a:ext cx="158158" cy="149238"/>
            </a:xfrm>
            <a:prstGeom prst="chord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1" name="현 10">
              <a:extLst>
                <a:ext uri="{FF2B5EF4-FFF2-40B4-BE49-F238E27FC236}">
                  <a16:creationId xmlns:a16="http://schemas.microsoft.com/office/drawing/2014/main" id="{6F41E287-480D-7B81-852A-7A72C5239000}"/>
                </a:ext>
              </a:extLst>
            </p:cNvPr>
            <p:cNvSpPr/>
            <p:nvPr/>
          </p:nvSpPr>
          <p:spPr>
            <a:xfrm rot="19551520">
              <a:off x="-1088844" y="3468382"/>
              <a:ext cx="158158" cy="149238"/>
            </a:xfrm>
            <a:prstGeom prst="chord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2" name="현 11">
              <a:extLst>
                <a:ext uri="{FF2B5EF4-FFF2-40B4-BE49-F238E27FC236}">
                  <a16:creationId xmlns:a16="http://schemas.microsoft.com/office/drawing/2014/main" id="{3BCA92D7-FE14-47C6-5511-85CDDEF872FA}"/>
                </a:ext>
              </a:extLst>
            </p:cNvPr>
            <p:cNvSpPr/>
            <p:nvPr/>
          </p:nvSpPr>
          <p:spPr>
            <a:xfrm rot="4598853">
              <a:off x="-1084775" y="2990063"/>
              <a:ext cx="149238" cy="158158"/>
            </a:xfrm>
            <a:prstGeom prst="chord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3" name="현 12">
              <a:extLst>
                <a:ext uri="{FF2B5EF4-FFF2-40B4-BE49-F238E27FC236}">
                  <a16:creationId xmlns:a16="http://schemas.microsoft.com/office/drawing/2014/main" id="{27244DF6-F009-97FF-32B8-B011C7EB642C}"/>
                </a:ext>
              </a:extLst>
            </p:cNvPr>
            <p:cNvSpPr/>
            <p:nvPr/>
          </p:nvSpPr>
          <p:spPr>
            <a:xfrm rot="13056281">
              <a:off x="-609819" y="3297904"/>
              <a:ext cx="158158" cy="149238"/>
            </a:xfrm>
            <a:prstGeom prst="chord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4" name="현 13">
              <a:extLst>
                <a:ext uri="{FF2B5EF4-FFF2-40B4-BE49-F238E27FC236}">
                  <a16:creationId xmlns:a16="http://schemas.microsoft.com/office/drawing/2014/main" id="{B7C034D7-00B7-EBEA-5201-2F09CC0024EC}"/>
                </a:ext>
              </a:extLst>
            </p:cNvPr>
            <p:cNvSpPr/>
            <p:nvPr/>
          </p:nvSpPr>
          <p:spPr>
            <a:xfrm rot="10800000">
              <a:off x="-629881" y="3118328"/>
              <a:ext cx="158158" cy="149238"/>
            </a:xfrm>
            <a:prstGeom prst="chord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5" name="현 14">
              <a:extLst>
                <a:ext uri="{FF2B5EF4-FFF2-40B4-BE49-F238E27FC236}">
                  <a16:creationId xmlns:a16="http://schemas.microsoft.com/office/drawing/2014/main" id="{20F3C170-CC7F-58EA-67BB-2D2ED34EF8C1}"/>
                </a:ext>
              </a:extLst>
            </p:cNvPr>
            <p:cNvSpPr/>
            <p:nvPr/>
          </p:nvSpPr>
          <p:spPr>
            <a:xfrm rot="253893">
              <a:off x="-1207314" y="3323711"/>
              <a:ext cx="158158" cy="149238"/>
            </a:xfrm>
            <a:prstGeom prst="chord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6" name="현 15">
              <a:extLst>
                <a:ext uri="{FF2B5EF4-FFF2-40B4-BE49-F238E27FC236}">
                  <a16:creationId xmlns:a16="http://schemas.microsoft.com/office/drawing/2014/main" id="{CD45B4BF-3267-C916-41B4-CF21CE024773}"/>
                </a:ext>
              </a:extLst>
            </p:cNvPr>
            <p:cNvSpPr/>
            <p:nvPr/>
          </p:nvSpPr>
          <p:spPr>
            <a:xfrm rot="14987951">
              <a:off x="-702437" y="3445385"/>
              <a:ext cx="149238" cy="158158"/>
            </a:xfrm>
            <a:prstGeom prst="chord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7" name="현 16">
              <a:extLst>
                <a:ext uri="{FF2B5EF4-FFF2-40B4-BE49-F238E27FC236}">
                  <a16:creationId xmlns:a16="http://schemas.microsoft.com/office/drawing/2014/main" id="{941F77C6-E692-C201-E41C-306C0FF758D3}"/>
                </a:ext>
              </a:extLst>
            </p:cNvPr>
            <p:cNvSpPr/>
            <p:nvPr/>
          </p:nvSpPr>
          <p:spPr>
            <a:xfrm rot="2514970">
              <a:off x="-1202011" y="3138104"/>
              <a:ext cx="158158" cy="149238"/>
            </a:xfrm>
            <a:prstGeom prst="chord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8" name="TextBox 5">
              <a:extLst>
                <a:ext uri="{FF2B5EF4-FFF2-40B4-BE49-F238E27FC236}">
                  <a16:creationId xmlns:a16="http://schemas.microsoft.com/office/drawing/2014/main" id="{B74E53D7-8DBA-2346-8F52-A700487932F5}"/>
                </a:ext>
              </a:extLst>
            </p:cNvPr>
            <p:cNvSpPr txBox="1"/>
            <p:nvPr/>
          </p:nvSpPr>
          <p:spPr>
            <a:xfrm>
              <a:off x="-1024079" y="3066122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dirty="0"/>
                <a:t>31</a:t>
              </a:r>
            </a:p>
            <a:p>
              <a:pPr algn="ctr"/>
              <a:r>
                <a:rPr lang="ko-KR" altLang="en-US" sz="800" dirty="0"/>
                <a:t>신랑</a:t>
              </a:r>
              <a:endParaRPr lang="en-US" altLang="ko-KR" sz="800" dirty="0"/>
            </a:p>
            <a:p>
              <a:pPr algn="ctr"/>
              <a:r>
                <a:rPr lang="ko-KR" altLang="en-US" sz="800" dirty="0"/>
                <a:t>하객</a:t>
              </a:r>
            </a:p>
          </p:txBody>
        </p:sp>
      </p:grpSp>
      <p:grpSp>
        <p:nvGrpSpPr>
          <p:cNvPr id="1499" name="그룹 1498">
            <a:extLst>
              <a:ext uri="{FF2B5EF4-FFF2-40B4-BE49-F238E27FC236}">
                <a16:creationId xmlns:a16="http://schemas.microsoft.com/office/drawing/2014/main" id="{08F1C830-1F1F-FE66-3176-586677DC8DBA}"/>
              </a:ext>
            </a:extLst>
          </p:cNvPr>
          <p:cNvGrpSpPr/>
          <p:nvPr/>
        </p:nvGrpSpPr>
        <p:grpSpPr>
          <a:xfrm>
            <a:off x="6909598" y="2602556"/>
            <a:ext cx="755653" cy="720080"/>
            <a:chOff x="-1207314" y="2943995"/>
            <a:chExt cx="755653" cy="720080"/>
          </a:xfrm>
        </p:grpSpPr>
        <p:sp>
          <p:nvSpPr>
            <p:cNvPr id="1500" name="현 17">
              <a:extLst>
                <a:ext uri="{FF2B5EF4-FFF2-40B4-BE49-F238E27FC236}">
                  <a16:creationId xmlns:a16="http://schemas.microsoft.com/office/drawing/2014/main" id="{C404FC38-7A95-953E-54EC-E541B776CE4B}"/>
                </a:ext>
              </a:extLst>
            </p:cNvPr>
            <p:cNvSpPr/>
            <p:nvPr/>
          </p:nvSpPr>
          <p:spPr>
            <a:xfrm rot="6802860">
              <a:off x="-910900" y="2939535"/>
              <a:ext cx="149238" cy="158158"/>
            </a:xfrm>
            <a:prstGeom prst="chord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1" name="타원 3">
              <a:extLst>
                <a:ext uri="{FF2B5EF4-FFF2-40B4-BE49-F238E27FC236}">
                  <a16:creationId xmlns:a16="http://schemas.microsoft.com/office/drawing/2014/main" id="{A3EE4E7C-BF8C-00F8-A2ED-9F9759BC9014}"/>
                </a:ext>
              </a:extLst>
            </p:cNvPr>
            <p:cNvSpPr/>
            <p:nvPr/>
          </p:nvSpPr>
          <p:spPr>
            <a:xfrm>
              <a:off x="-1090381" y="3062175"/>
              <a:ext cx="514740" cy="485709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300" dirty="0"/>
            </a:p>
          </p:txBody>
        </p:sp>
        <p:sp>
          <p:nvSpPr>
            <p:cNvPr id="1502" name="현 1501">
              <a:extLst>
                <a:ext uri="{FF2B5EF4-FFF2-40B4-BE49-F238E27FC236}">
                  <a16:creationId xmlns:a16="http://schemas.microsoft.com/office/drawing/2014/main" id="{6AF659F6-3AA6-7702-6C89-5BB1F65E41BC}"/>
                </a:ext>
              </a:extLst>
            </p:cNvPr>
            <p:cNvSpPr/>
            <p:nvPr/>
          </p:nvSpPr>
          <p:spPr>
            <a:xfrm rot="17541756">
              <a:off x="-900560" y="3510377"/>
              <a:ext cx="149238" cy="158158"/>
            </a:xfrm>
            <a:prstGeom prst="chord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3" name="현 21">
              <a:extLst>
                <a:ext uri="{FF2B5EF4-FFF2-40B4-BE49-F238E27FC236}">
                  <a16:creationId xmlns:a16="http://schemas.microsoft.com/office/drawing/2014/main" id="{54450CBF-57CE-9794-7522-2141210DCF86}"/>
                </a:ext>
              </a:extLst>
            </p:cNvPr>
            <p:cNvSpPr/>
            <p:nvPr/>
          </p:nvSpPr>
          <p:spPr>
            <a:xfrm rot="8812624">
              <a:off x="-736327" y="2991503"/>
              <a:ext cx="158158" cy="149238"/>
            </a:xfrm>
            <a:prstGeom prst="chord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4" name="현 10">
              <a:extLst>
                <a:ext uri="{FF2B5EF4-FFF2-40B4-BE49-F238E27FC236}">
                  <a16:creationId xmlns:a16="http://schemas.microsoft.com/office/drawing/2014/main" id="{24D148E9-3C98-8EEF-C048-991239A58156}"/>
                </a:ext>
              </a:extLst>
            </p:cNvPr>
            <p:cNvSpPr/>
            <p:nvPr/>
          </p:nvSpPr>
          <p:spPr>
            <a:xfrm rot="19551520">
              <a:off x="-1088844" y="3468382"/>
              <a:ext cx="158158" cy="149238"/>
            </a:xfrm>
            <a:prstGeom prst="chord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5" name="현 11">
              <a:extLst>
                <a:ext uri="{FF2B5EF4-FFF2-40B4-BE49-F238E27FC236}">
                  <a16:creationId xmlns:a16="http://schemas.microsoft.com/office/drawing/2014/main" id="{5EF4673A-30C2-C3AD-9F09-7A8BB46332A3}"/>
                </a:ext>
              </a:extLst>
            </p:cNvPr>
            <p:cNvSpPr/>
            <p:nvPr/>
          </p:nvSpPr>
          <p:spPr>
            <a:xfrm rot="4598853">
              <a:off x="-1084775" y="2990063"/>
              <a:ext cx="149238" cy="158158"/>
            </a:xfrm>
            <a:prstGeom prst="chord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6" name="현 12">
              <a:extLst>
                <a:ext uri="{FF2B5EF4-FFF2-40B4-BE49-F238E27FC236}">
                  <a16:creationId xmlns:a16="http://schemas.microsoft.com/office/drawing/2014/main" id="{27BEB925-F4E4-9762-B0A2-BC5247310682}"/>
                </a:ext>
              </a:extLst>
            </p:cNvPr>
            <p:cNvSpPr/>
            <p:nvPr/>
          </p:nvSpPr>
          <p:spPr>
            <a:xfrm rot="13056281">
              <a:off x="-609819" y="3297904"/>
              <a:ext cx="158158" cy="149238"/>
            </a:xfrm>
            <a:prstGeom prst="chord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7" name="현 13">
              <a:extLst>
                <a:ext uri="{FF2B5EF4-FFF2-40B4-BE49-F238E27FC236}">
                  <a16:creationId xmlns:a16="http://schemas.microsoft.com/office/drawing/2014/main" id="{4158EB13-492A-4505-2FF3-ACAA6422A834}"/>
                </a:ext>
              </a:extLst>
            </p:cNvPr>
            <p:cNvSpPr/>
            <p:nvPr/>
          </p:nvSpPr>
          <p:spPr>
            <a:xfrm rot="10800000">
              <a:off x="-629881" y="3118328"/>
              <a:ext cx="158158" cy="149238"/>
            </a:xfrm>
            <a:prstGeom prst="chord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8" name="현 14">
              <a:extLst>
                <a:ext uri="{FF2B5EF4-FFF2-40B4-BE49-F238E27FC236}">
                  <a16:creationId xmlns:a16="http://schemas.microsoft.com/office/drawing/2014/main" id="{10E47D5C-E2B0-E6D3-CEA5-3C2B7BC8807B}"/>
                </a:ext>
              </a:extLst>
            </p:cNvPr>
            <p:cNvSpPr/>
            <p:nvPr/>
          </p:nvSpPr>
          <p:spPr>
            <a:xfrm rot="253893">
              <a:off x="-1207314" y="3323711"/>
              <a:ext cx="158158" cy="149238"/>
            </a:xfrm>
            <a:prstGeom prst="chord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9" name="현 15">
              <a:extLst>
                <a:ext uri="{FF2B5EF4-FFF2-40B4-BE49-F238E27FC236}">
                  <a16:creationId xmlns:a16="http://schemas.microsoft.com/office/drawing/2014/main" id="{0A522BE4-B5D6-882D-96C0-9A6ED87EE4CE}"/>
                </a:ext>
              </a:extLst>
            </p:cNvPr>
            <p:cNvSpPr/>
            <p:nvPr/>
          </p:nvSpPr>
          <p:spPr>
            <a:xfrm rot="14987951">
              <a:off x="-702437" y="3445385"/>
              <a:ext cx="149238" cy="158158"/>
            </a:xfrm>
            <a:prstGeom prst="chord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0" name="현 16">
              <a:extLst>
                <a:ext uri="{FF2B5EF4-FFF2-40B4-BE49-F238E27FC236}">
                  <a16:creationId xmlns:a16="http://schemas.microsoft.com/office/drawing/2014/main" id="{35CF8612-0D56-E3BC-3FF1-95C025FDACD9}"/>
                </a:ext>
              </a:extLst>
            </p:cNvPr>
            <p:cNvSpPr/>
            <p:nvPr/>
          </p:nvSpPr>
          <p:spPr>
            <a:xfrm rot="2514970">
              <a:off x="-1202011" y="3138104"/>
              <a:ext cx="158158" cy="149238"/>
            </a:xfrm>
            <a:prstGeom prst="chord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1" name="TextBox 5">
              <a:extLst>
                <a:ext uri="{FF2B5EF4-FFF2-40B4-BE49-F238E27FC236}">
                  <a16:creationId xmlns:a16="http://schemas.microsoft.com/office/drawing/2014/main" id="{9551C02B-6967-DCB4-586A-BF762AC3E264}"/>
                </a:ext>
              </a:extLst>
            </p:cNvPr>
            <p:cNvSpPr txBox="1"/>
            <p:nvPr/>
          </p:nvSpPr>
          <p:spPr>
            <a:xfrm>
              <a:off x="-1024079" y="3066122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dirty="0"/>
                <a:t>38</a:t>
              </a:r>
            </a:p>
            <a:p>
              <a:pPr algn="ctr"/>
              <a:r>
                <a:rPr lang="ko-KR" altLang="en-US" sz="800" dirty="0"/>
                <a:t>신랑</a:t>
              </a:r>
              <a:endParaRPr lang="en-US" altLang="ko-KR" sz="800" dirty="0"/>
            </a:p>
            <a:p>
              <a:pPr algn="ctr"/>
              <a:r>
                <a:rPr lang="ko-KR" altLang="en-US" sz="800" dirty="0"/>
                <a:t>하객</a:t>
              </a:r>
            </a:p>
          </p:txBody>
        </p:sp>
      </p:grpSp>
      <p:grpSp>
        <p:nvGrpSpPr>
          <p:cNvPr id="1590" name="그룹 1589">
            <a:extLst>
              <a:ext uri="{FF2B5EF4-FFF2-40B4-BE49-F238E27FC236}">
                <a16:creationId xmlns:a16="http://schemas.microsoft.com/office/drawing/2014/main" id="{FF5B515C-4074-5955-3123-00DC92CB9CB2}"/>
              </a:ext>
            </a:extLst>
          </p:cNvPr>
          <p:cNvGrpSpPr/>
          <p:nvPr/>
        </p:nvGrpSpPr>
        <p:grpSpPr>
          <a:xfrm>
            <a:off x="2571284" y="3310108"/>
            <a:ext cx="4738421" cy="720080"/>
            <a:chOff x="2571284" y="3310108"/>
            <a:chExt cx="4738421" cy="720080"/>
          </a:xfrm>
        </p:grpSpPr>
        <p:sp>
          <p:nvSpPr>
            <p:cNvPr id="912" name="TextBox 5"/>
            <p:cNvSpPr txBox="1"/>
            <p:nvPr/>
          </p:nvSpPr>
          <p:spPr>
            <a:xfrm>
              <a:off x="2727818" y="3506557"/>
              <a:ext cx="5325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>
                  <a:solidFill>
                    <a:schemeClr val="bg1"/>
                  </a:solidFill>
                </a:rPr>
                <a:t>4.(</a:t>
              </a:r>
              <a:r>
                <a:rPr lang="ko-KR" altLang="en-US" sz="800" dirty="0">
                  <a:solidFill>
                    <a:schemeClr val="bg1"/>
                  </a:solidFill>
                </a:rPr>
                <a:t>신랑</a:t>
              </a:r>
              <a:r>
                <a:rPr lang="en-US" altLang="ko-KR" sz="800" dirty="0">
                  <a:solidFill>
                    <a:schemeClr val="bg1"/>
                  </a:solidFill>
                </a:rPr>
                <a:t>)</a:t>
              </a:r>
            </a:p>
            <a:p>
              <a:r>
                <a:rPr lang="ko-KR" altLang="en-US" sz="800" dirty="0">
                  <a:solidFill>
                    <a:schemeClr val="bg1"/>
                  </a:solidFill>
                </a:rPr>
                <a:t>가족</a:t>
              </a:r>
            </a:p>
          </p:txBody>
        </p:sp>
        <p:grpSp>
          <p:nvGrpSpPr>
            <p:cNvPr id="1512" name="그룹 1511">
              <a:extLst>
                <a:ext uri="{FF2B5EF4-FFF2-40B4-BE49-F238E27FC236}">
                  <a16:creationId xmlns:a16="http://schemas.microsoft.com/office/drawing/2014/main" id="{64A406FD-CB51-FCCE-3FE4-C70063911061}"/>
                </a:ext>
              </a:extLst>
            </p:cNvPr>
            <p:cNvGrpSpPr/>
            <p:nvPr/>
          </p:nvGrpSpPr>
          <p:grpSpPr>
            <a:xfrm>
              <a:off x="2571284" y="3310108"/>
              <a:ext cx="755653" cy="720080"/>
              <a:chOff x="-1207314" y="2943995"/>
              <a:chExt cx="755653" cy="720080"/>
            </a:xfrm>
          </p:grpSpPr>
          <p:sp>
            <p:nvSpPr>
              <p:cNvPr id="1513" name="현 17">
                <a:extLst>
                  <a:ext uri="{FF2B5EF4-FFF2-40B4-BE49-F238E27FC236}">
                    <a16:creationId xmlns:a16="http://schemas.microsoft.com/office/drawing/2014/main" id="{F345E484-B141-539F-59A8-C1EECB82FC1B}"/>
                  </a:ext>
                </a:extLst>
              </p:cNvPr>
              <p:cNvSpPr/>
              <p:nvPr/>
            </p:nvSpPr>
            <p:spPr>
              <a:xfrm rot="6802860">
                <a:off x="-910900" y="2939535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14" name="타원 3">
                <a:extLst>
                  <a:ext uri="{FF2B5EF4-FFF2-40B4-BE49-F238E27FC236}">
                    <a16:creationId xmlns:a16="http://schemas.microsoft.com/office/drawing/2014/main" id="{DC6D1506-4426-9A9B-9761-CE312AFFD5DF}"/>
                  </a:ext>
                </a:extLst>
              </p:cNvPr>
              <p:cNvSpPr/>
              <p:nvPr/>
            </p:nvSpPr>
            <p:spPr>
              <a:xfrm>
                <a:off x="-1090381" y="3062175"/>
                <a:ext cx="514740" cy="485709"/>
              </a:xfrm>
              <a:prstGeom prst="ellips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300" dirty="0"/>
              </a:p>
            </p:txBody>
          </p:sp>
          <p:sp>
            <p:nvSpPr>
              <p:cNvPr id="1515" name="현 1514">
                <a:extLst>
                  <a:ext uri="{FF2B5EF4-FFF2-40B4-BE49-F238E27FC236}">
                    <a16:creationId xmlns:a16="http://schemas.microsoft.com/office/drawing/2014/main" id="{5885B7BB-CA90-9A07-FA53-7EBF6F4FEA83}"/>
                  </a:ext>
                </a:extLst>
              </p:cNvPr>
              <p:cNvSpPr/>
              <p:nvPr/>
            </p:nvSpPr>
            <p:spPr>
              <a:xfrm rot="17541756">
                <a:off x="-900560" y="3510377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16" name="현 21">
                <a:extLst>
                  <a:ext uri="{FF2B5EF4-FFF2-40B4-BE49-F238E27FC236}">
                    <a16:creationId xmlns:a16="http://schemas.microsoft.com/office/drawing/2014/main" id="{19506EF8-7684-138C-CAA9-71B428A5BF2D}"/>
                  </a:ext>
                </a:extLst>
              </p:cNvPr>
              <p:cNvSpPr/>
              <p:nvPr/>
            </p:nvSpPr>
            <p:spPr>
              <a:xfrm rot="8812624">
                <a:off x="-736327" y="2991503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17" name="현 10">
                <a:extLst>
                  <a:ext uri="{FF2B5EF4-FFF2-40B4-BE49-F238E27FC236}">
                    <a16:creationId xmlns:a16="http://schemas.microsoft.com/office/drawing/2014/main" id="{8E1BE848-C042-5DD7-54D5-FCC25517A3F3}"/>
                  </a:ext>
                </a:extLst>
              </p:cNvPr>
              <p:cNvSpPr/>
              <p:nvPr/>
            </p:nvSpPr>
            <p:spPr>
              <a:xfrm rot="19551520">
                <a:off x="-1088844" y="3468382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18" name="현 11">
                <a:extLst>
                  <a:ext uri="{FF2B5EF4-FFF2-40B4-BE49-F238E27FC236}">
                    <a16:creationId xmlns:a16="http://schemas.microsoft.com/office/drawing/2014/main" id="{305C5D8F-041E-E0D9-246E-408B12294FC0}"/>
                  </a:ext>
                </a:extLst>
              </p:cNvPr>
              <p:cNvSpPr/>
              <p:nvPr/>
            </p:nvSpPr>
            <p:spPr>
              <a:xfrm rot="4598853">
                <a:off x="-1084775" y="2990063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19" name="현 12">
                <a:extLst>
                  <a:ext uri="{FF2B5EF4-FFF2-40B4-BE49-F238E27FC236}">
                    <a16:creationId xmlns:a16="http://schemas.microsoft.com/office/drawing/2014/main" id="{D2D340F3-D7DF-95D2-63FE-95BB08858EB9}"/>
                  </a:ext>
                </a:extLst>
              </p:cNvPr>
              <p:cNvSpPr/>
              <p:nvPr/>
            </p:nvSpPr>
            <p:spPr>
              <a:xfrm rot="13056281">
                <a:off x="-609819" y="3297904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20" name="현 13">
                <a:extLst>
                  <a:ext uri="{FF2B5EF4-FFF2-40B4-BE49-F238E27FC236}">
                    <a16:creationId xmlns:a16="http://schemas.microsoft.com/office/drawing/2014/main" id="{AF448703-AD1E-93C1-6886-A364CBFC5B9A}"/>
                  </a:ext>
                </a:extLst>
              </p:cNvPr>
              <p:cNvSpPr/>
              <p:nvPr/>
            </p:nvSpPr>
            <p:spPr>
              <a:xfrm rot="10800000">
                <a:off x="-629881" y="3118328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21" name="현 14">
                <a:extLst>
                  <a:ext uri="{FF2B5EF4-FFF2-40B4-BE49-F238E27FC236}">
                    <a16:creationId xmlns:a16="http://schemas.microsoft.com/office/drawing/2014/main" id="{7FAC8551-31AC-2B19-E098-A89CE0326DAD}"/>
                  </a:ext>
                </a:extLst>
              </p:cNvPr>
              <p:cNvSpPr/>
              <p:nvPr/>
            </p:nvSpPr>
            <p:spPr>
              <a:xfrm rot="253893">
                <a:off x="-1207314" y="3323711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22" name="현 15">
                <a:extLst>
                  <a:ext uri="{FF2B5EF4-FFF2-40B4-BE49-F238E27FC236}">
                    <a16:creationId xmlns:a16="http://schemas.microsoft.com/office/drawing/2014/main" id="{E7A907DF-D815-BEF5-BF62-612DB7D87BB6}"/>
                  </a:ext>
                </a:extLst>
              </p:cNvPr>
              <p:cNvSpPr/>
              <p:nvPr/>
            </p:nvSpPr>
            <p:spPr>
              <a:xfrm rot="14987951">
                <a:off x="-702437" y="3445385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23" name="현 16">
                <a:extLst>
                  <a:ext uri="{FF2B5EF4-FFF2-40B4-BE49-F238E27FC236}">
                    <a16:creationId xmlns:a16="http://schemas.microsoft.com/office/drawing/2014/main" id="{A4842D66-6ED5-3002-D680-ADAA8FC70F2E}"/>
                  </a:ext>
                </a:extLst>
              </p:cNvPr>
              <p:cNvSpPr/>
              <p:nvPr/>
            </p:nvSpPr>
            <p:spPr>
              <a:xfrm rot="2514970">
                <a:off x="-1202011" y="3138104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24" name="TextBox 5">
                <a:extLst>
                  <a:ext uri="{FF2B5EF4-FFF2-40B4-BE49-F238E27FC236}">
                    <a16:creationId xmlns:a16="http://schemas.microsoft.com/office/drawing/2014/main" id="{485E3125-D060-6CA8-15F5-66AC2BF1911C}"/>
                  </a:ext>
                </a:extLst>
              </p:cNvPr>
              <p:cNvSpPr txBox="1"/>
              <p:nvPr/>
            </p:nvSpPr>
            <p:spPr>
              <a:xfrm>
                <a:off x="-1024079" y="3066122"/>
                <a:ext cx="3898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dirty="0"/>
                  <a:t>4</a:t>
                </a:r>
              </a:p>
              <a:p>
                <a:pPr algn="ctr"/>
                <a:r>
                  <a:rPr lang="ko-KR" altLang="en-US" sz="800" dirty="0"/>
                  <a:t>신랑</a:t>
                </a:r>
                <a:endParaRPr lang="en-US" altLang="ko-KR" sz="800" dirty="0"/>
              </a:p>
              <a:p>
                <a:pPr algn="ctr"/>
                <a:r>
                  <a:rPr lang="ko-KR" altLang="en-US" sz="800" dirty="0"/>
                  <a:t>가족</a:t>
                </a:r>
                <a:endParaRPr lang="en-US" altLang="ko-KR" sz="800" dirty="0"/>
              </a:p>
            </p:txBody>
          </p:sp>
        </p:grpSp>
        <p:grpSp>
          <p:nvGrpSpPr>
            <p:cNvPr id="1525" name="그룹 1524">
              <a:extLst>
                <a:ext uri="{FF2B5EF4-FFF2-40B4-BE49-F238E27FC236}">
                  <a16:creationId xmlns:a16="http://schemas.microsoft.com/office/drawing/2014/main" id="{26805506-750C-6153-5ED2-BF152D892145}"/>
                </a:ext>
              </a:extLst>
            </p:cNvPr>
            <p:cNvGrpSpPr/>
            <p:nvPr/>
          </p:nvGrpSpPr>
          <p:grpSpPr>
            <a:xfrm>
              <a:off x="3369509" y="3310108"/>
              <a:ext cx="755653" cy="720080"/>
              <a:chOff x="-1207314" y="2943995"/>
              <a:chExt cx="755653" cy="720080"/>
            </a:xfrm>
          </p:grpSpPr>
          <p:sp>
            <p:nvSpPr>
              <p:cNvPr id="1526" name="현 17">
                <a:extLst>
                  <a:ext uri="{FF2B5EF4-FFF2-40B4-BE49-F238E27FC236}">
                    <a16:creationId xmlns:a16="http://schemas.microsoft.com/office/drawing/2014/main" id="{2907526B-71CA-8218-BD09-04D21BE92FB0}"/>
                  </a:ext>
                </a:extLst>
              </p:cNvPr>
              <p:cNvSpPr/>
              <p:nvPr/>
            </p:nvSpPr>
            <p:spPr>
              <a:xfrm rot="6802860">
                <a:off x="-910900" y="2939535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27" name="타원 3">
                <a:extLst>
                  <a:ext uri="{FF2B5EF4-FFF2-40B4-BE49-F238E27FC236}">
                    <a16:creationId xmlns:a16="http://schemas.microsoft.com/office/drawing/2014/main" id="{F582F664-9278-B638-9651-1E946C2CC89C}"/>
                  </a:ext>
                </a:extLst>
              </p:cNvPr>
              <p:cNvSpPr/>
              <p:nvPr/>
            </p:nvSpPr>
            <p:spPr>
              <a:xfrm>
                <a:off x="-1090381" y="3062175"/>
                <a:ext cx="514740" cy="485709"/>
              </a:xfrm>
              <a:prstGeom prst="ellips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300" dirty="0"/>
              </a:p>
            </p:txBody>
          </p:sp>
          <p:sp>
            <p:nvSpPr>
              <p:cNvPr id="1528" name="현 1527">
                <a:extLst>
                  <a:ext uri="{FF2B5EF4-FFF2-40B4-BE49-F238E27FC236}">
                    <a16:creationId xmlns:a16="http://schemas.microsoft.com/office/drawing/2014/main" id="{526E8656-7037-3279-6A45-971E8EF97747}"/>
                  </a:ext>
                </a:extLst>
              </p:cNvPr>
              <p:cNvSpPr/>
              <p:nvPr/>
            </p:nvSpPr>
            <p:spPr>
              <a:xfrm rot="17541756">
                <a:off x="-900560" y="3510377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29" name="현 21">
                <a:extLst>
                  <a:ext uri="{FF2B5EF4-FFF2-40B4-BE49-F238E27FC236}">
                    <a16:creationId xmlns:a16="http://schemas.microsoft.com/office/drawing/2014/main" id="{254FFB31-483C-2264-EAC0-A9C894F4B7DE}"/>
                  </a:ext>
                </a:extLst>
              </p:cNvPr>
              <p:cNvSpPr/>
              <p:nvPr/>
            </p:nvSpPr>
            <p:spPr>
              <a:xfrm rot="8812624">
                <a:off x="-736327" y="2991503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30" name="현 10">
                <a:extLst>
                  <a:ext uri="{FF2B5EF4-FFF2-40B4-BE49-F238E27FC236}">
                    <a16:creationId xmlns:a16="http://schemas.microsoft.com/office/drawing/2014/main" id="{4171C28C-1240-2F44-3C21-D51C839203A4}"/>
                  </a:ext>
                </a:extLst>
              </p:cNvPr>
              <p:cNvSpPr/>
              <p:nvPr/>
            </p:nvSpPr>
            <p:spPr>
              <a:xfrm rot="19551520">
                <a:off x="-1088844" y="3468382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31" name="현 11">
                <a:extLst>
                  <a:ext uri="{FF2B5EF4-FFF2-40B4-BE49-F238E27FC236}">
                    <a16:creationId xmlns:a16="http://schemas.microsoft.com/office/drawing/2014/main" id="{CB20DB2A-19A7-681E-F637-A0A8D875CE0A}"/>
                  </a:ext>
                </a:extLst>
              </p:cNvPr>
              <p:cNvSpPr/>
              <p:nvPr/>
            </p:nvSpPr>
            <p:spPr>
              <a:xfrm rot="4598853">
                <a:off x="-1084775" y="2990063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32" name="현 12">
                <a:extLst>
                  <a:ext uri="{FF2B5EF4-FFF2-40B4-BE49-F238E27FC236}">
                    <a16:creationId xmlns:a16="http://schemas.microsoft.com/office/drawing/2014/main" id="{06A14581-0893-0D2C-9DD8-BFAD7F415A28}"/>
                  </a:ext>
                </a:extLst>
              </p:cNvPr>
              <p:cNvSpPr/>
              <p:nvPr/>
            </p:nvSpPr>
            <p:spPr>
              <a:xfrm rot="13056281">
                <a:off x="-609819" y="3297904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33" name="현 13">
                <a:extLst>
                  <a:ext uri="{FF2B5EF4-FFF2-40B4-BE49-F238E27FC236}">
                    <a16:creationId xmlns:a16="http://schemas.microsoft.com/office/drawing/2014/main" id="{AFFB98FA-111D-F74D-B392-29831E4D5F50}"/>
                  </a:ext>
                </a:extLst>
              </p:cNvPr>
              <p:cNvSpPr/>
              <p:nvPr/>
            </p:nvSpPr>
            <p:spPr>
              <a:xfrm rot="10800000">
                <a:off x="-629881" y="3118328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34" name="현 14">
                <a:extLst>
                  <a:ext uri="{FF2B5EF4-FFF2-40B4-BE49-F238E27FC236}">
                    <a16:creationId xmlns:a16="http://schemas.microsoft.com/office/drawing/2014/main" id="{D44247AB-0A4E-DC16-6702-9B3651D2CB95}"/>
                  </a:ext>
                </a:extLst>
              </p:cNvPr>
              <p:cNvSpPr/>
              <p:nvPr/>
            </p:nvSpPr>
            <p:spPr>
              <a:xfrm rot="253893">
                <a:off x="-1207314" y="3323711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35" name="현 15">
                <a:extLst>
                  <a:ext uri="{FF2B5EF4-FFF2-40B4-BE49-F238E27FC236}">
                    <a16:creationId xmlns:a16="http://schemas.microsoft.com/office/drawing/2014/main" id="{D3F5D59A-BB6D-9970-5329-19A316D8A394}"/>
                  </a:ext>
                </a:extLst>
              </p:cNvPr>
              <p:cNvSpPr/>
              <p:nvPr/>
            </p:nvSpPr>
            <p:spPr>
              <a:xfrm rot="14987951">
                <a:off x="-702437" y="3445385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36" name="현 16">
                <a:extLst>
                  <a:ext uri="{FF2B5EF4-FFF2-40B4-BE49-F238E27FC236}">
                    <a16:creationId xmlns:a16="http://schemas.microsoft.com/office/drawing/2014/main" id="{3DF94055-30B8-CD5C-4407-57BACE0B0A06}"/>
                  </a:ext>
                </a:extLst>
              </p:cNvPr>
              <p:cNvSpPr/>
              <p:nvPr/>
            </p:nvSpPr>
            <p:spPr>
              <a:xfrm rot="2514970">
                <a:off x="-1202011" y="3138104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37" name="TextBox 5">
                <a:extLst>
                  <a:ext uri="{FF2B5EF4-FFF2-40B4-BE49-F238E27FC236}">
                    <a16:creationId xmlns:a16="http://schemas.microsoft.com/office/drawing/2014/main" id="{AAD8CB3B-650A-3379-C2AC-5EADCABE27E2}"/>
                  </a:ext>
                </a:extLst>
              </p:cNvPr>
              <p:cNvSpPr txBox="1"/>
              <p:nvPr/>
            </p:nvSpPr>
            <p:spPr>
              <a:xfrm>
                <a:off x="-1024079" y="3066122"/>
                <a:ext cx="3898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dirty="0"/>
                  <a:t>11</a:t>
                </a:r>
              </a:p>
              <a:p>
                <a:pPr algn="ctr"/>
                <a:r>
                  <a:rPr lang="ko-KR" altLang="en-US" sz="800" dirty="0"/>
                  <a:t>혼주</a:t>
                </a:r>
                <a:endParaRPr lang="en-US" altLang="ko-KR" sz="800" dirty="0"/>
              </a:p>
              <a:p>
                <a:pPr algn="ctr"/>
                <a:r>
                  <a:rPr lang="ko-KR" altLang="en-US" sz="800" dirty="0"/>
                  <a:t>하객</a:t>
                </a:r>
                <a:endParaRPr lang="en-US" altLang="ko-KR" sz="800" dirty="0"/>
              </a:p>
            </p:txBody>
          </p:sp>
        </p:grpSp>
        <p:grpSp>
          <p:nvGrpSpPr>
            <p:cNvPr id="1538" name="그룹 1537">
              <a:extLst>
                <a:ext uri="{FF2B5EF4-FFF2-40B4-BE49-F238E27FC236}">
                  <a16:creationId xmlns:a16="http://schemas.microsoft.com/office/drawing/2014/main" id="{F3B17C4C-1811-9761-5042-7ADB77D73B20}"/>
                </a:ext>
              </a:extLst>
            </p:cNvPr>
            <p:cNvGrpSpPr/>
            <p:nvPr/>
          </p:nvGrpSpPr>
          <p:grpSpPr>
            <a:xfrm>
              <a:off x="4162946" y="3310108"/>
              <a:ext cx="755653" cy="720080"/>
              <a:chOff x="-1207314" y="2943995"/>
              <a:chExt cx="755653" cy="720080"/>
            </a:xfrm>
          </p:grpSpPr>
          <p:sp>
            <p:nvSpPr>
              <p:cNvPr id="1539" name="현 17">
                <a:extLst>
                  <a:ext uri="{FF2B5EF4-FFF2-40B4-BE49-F238E27FC236}">
                    <a16:creationId xmlns:a16="http://schemas.microsoft.com/office/drawing/2014/main" id="{08F31B5E-1F25-4F6A-7B9C-92741A2CA14C}"/>
                  </a:ext>
                </a:extLst>
              </p:cNvPr>
              <p:cNvSpPr/>
              <p:nvPr/>
            </p:nvSpPr>
            <p:spPr>
              <a:xfrm rot="6802860">
                <a:off x="-910900" y="2939535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40" name="타원 3">
                <a:extLst>
                  <a:ext uri="{FF2B5EF4-FFF2-40B4-BE49-F238E27FC236}">
                    <a16:creationId xmlns:a16="http://schemas.microsoft.com/office/drawing/2014/main" id="{C8214526-3FC0-FA8F-AD29-466F50699EF1}"/>
                  </a:ext>
                </a:extLst>
              </p:cNvPr>
              <p:cNvSpPr/>
              <p:nvPr/>
            </p:nvSpPr>
            <p:spPr>
              <a:xfrm>
                <a:off x="-1090381" y="3062175"/>
                <a:ext cx="514740" cy="485709"/>
              </a:xfrm>
              <a:prstGeom prst="ellips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300" dirty="0"/>
              </a:p>
            </p:txBody>
          </p:sp>
          <p:sp>
            <p:nvSpPr>
              <p:cNvPr id="1541" name="현 1540">
                <a:extLst>
                  <a:ext uri="{FF2B5EF4-FFF2-40B4-BE49-F238E27FC236}">
                    <a16:creationId xmlns:a16="http://schemas.microsoft.com/office/drawing/2014/main" id="{82DC2AAF-FB3C-850D-BCE7-9513B70EBB26}"/>
                  </a:ext>
                </a:extLst>
              </p:cNvPr>
              <p:cNvSpPr/>
              <p:nvPr/>
            </p:nvSpPr>
            <p:spPr>
              <a:xfrm rot="17541756">
                <a:off x="-900560" y="3510377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42" name="현 21">
                <a:extLst>
                  <a:ext uri="{FF2B5EF4-FFF2-40B4-BE49-F238E27FC236}">
                    <a16:creationId xmlns:a16="http://schemas.microsoft.com/office/drawing/2014/main" id="{69734C1A-A6DA-D695-D91F-F09000EC6240}"/>
                  </a:ext>
                </a:extLst>
              </p:cNvPr>
              <p:cNvSpPr/>
              <p:nvPr/>
            </p:nvSpPr>
            <p:spPr>
              <a:xfrm rot="8812624">
                <a:off x="-736327" y="2991503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43" name="현 10">
                <a:extLst>
                  <a:ext uri="{FF2B5EF4-FFF2-40B4-BE49-F238E27FC236}">
                    <a16:creationId xmlns:a16="http://schemas.microsoft.com/office/drawing/2014/main" id="{B9D27751-CC73-0BE1-E4F4-E286671F8FB2}"/>
                  </a:ext>
                </a:extLst>
              </p:cNvPr>
              <p:cNvSpPr/>
              <p:nvPr/>
            </p:nvSpPr>
            <p:spPr>
              <a:xfrm rot="19551520">
                <a:off x="-1088844" y="3468382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44" name="현 11">
                <a:extLst>
                  <a:ext uri="{FF2B5EF4-FFF2-40B4-BE49-F238E27FC236}">
                    <a16:creationId xmlns:a16="http://schemas.microsoft.com/office/drawing/2014/main" id="{A60AC551-6DC5-08DF-144E-7CEB4CDAAC85}"/>
                  </a:ext>
                </a:extLst>
              </p:cNvPr>
              <p:cNvSpPr/>
              <p:nvPr/>
            </p:nvSpPr>
            <p:spPr>
              <a:xfrm rot="4598853">
                <a:off x="-1084775" y="2990063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45" name="현 12">
                <a:extLst>
                  <a:ext uri="{FF2B5EF4-FFF2-40B4-BE49-F238E27FC236}">
                    <a16:creationId xmlns:a16="http://schemas.microsoft.com/office/drawing/2014/main" id="{85FD29BA-A603-7A30-468C-7AFDFB5B2936}"/>
                  </a:ext>
                </a:extLst>
              </p:cNvPr>
              <p:cNvSpPr/>
              <p:nvPr/>
            </p:nvSpPr>
            <p:spPr>
              <a:xfrm rot="13056281">
                <a:off x="-609819" y="3297904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46" name="현 13">
                <a:extLst>
                  <a:ext uri="{FF2B5EF4-FFF2-40B4-BE49-F238E27FC236}">
                    <a16:creationId xmlns:a16="http://schemas.microsoft.com/office/drawing/2014/main" id="{11FC4224-3F3C-F3D3-19E7-616E96129877}"/>
                  </a:ext>
                </a:extLst>
              </p:cNvPr>
              <p:cNvSpPr/>
              <p:nvPr/>
            </p:nvSpPr>
            <p:spPr>
              <a:xfrm rot="10800000">
                <a:off x="-629881" y="3118328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47" name="현 14">
                <a:extLst>
                  <a:ext uri="{FF2B5EF4-FFF2-40B4-BE49-F238E27FC236}">
                    <a16:creationId xmlns:a16="http://schemas.microsoft.com/office/drawing/2014/main" id="{E0F22A25-133F-DD94-D749-D49263F45045}"/>
                  </a:ext>
                </a:extLst>
              </p:cNvPr>
              <p:cNvSpPr/>
              <p:nvPr/>
            </p:nvSpPr>
            <p:spPr>
              <a:xfrm rot="253893">
                <a:off x="-1207314" y="3323711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48" name="현 15">
                <a:extLst>
                  <a:ext uri="{FF2B5EF4-FFF2-40B4-BE49-F238E27FC236}">
                    <a16:creationId xmlns:a16="http://schemas.microsoft.com/office/drawing/2014/main" id="{A48943B2-4DB5-8B89-6016-493050B5E08A}"/>
                  </a:ext>
                </a:extLst>
              </p:cNvPr>
              <p:cNvSpPr/>
              <p:nvPr/>
            </p:nvSpPr>
            <p:spPr>
              <a:xfrm rot="14987951">
                <a:off x="-702437" y="3445385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49" name="현 16">
                <a:extLst>
                  <a:ext uri="{FF2B5EF4-FFF2-40B4-BE49-F238E27FC236}">
                    <a16:creationId xmlns:a16="http://schemas.microsoft.com/office/drawing/2014/main" id="{18B34342-8E18-E5E3-BA72-5C307D010672}"/>
                  </a:ext>
                </a:extLst>
              </p:cNvPr>
              <p:cNvSpPr/>
              <p:nvPr/>
            </p:nvSpPr>
            <p:spPr>
              <a:xfrm rot="2514970">
                <a:off x="-1202011" y="3138104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50" name="TextBox 5">
                <a:extLst>
                  <a:ext uri="{FF2B5EF4-FFF2-40B4-BE49-F238E27FC236}">
                    <a16:creationId xmlns:a16="http://schemas.microsoft.com/office/drawing/2014/main" id="{C3694A19-103E-9F7B-7663-3AC01B8AFC03}"/>
                  </a:ext>
                </a:extLst>
              </p:cNvPr>
              <p:cNvSpPr txBox="1"/>
              <p:nvPr/>
            </p:nvSpPr>
            <p:spPr>
              <a:xfrm>
                <a:off x="-1024079" y="3066122"/>
                <a:ext cx="3898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dirty="0"/>
                  <a:t>18</a:t>
                </a:r>
              </a:p>
              <a:p>
                <a:pPr algn="ctr"/>
                <a:r>
                  <a:rPr lang="ko-KR" altLang="en-US" sz="800" dirty="0"/>
                  <a:t>혼주</a:t>
                </a:r>
                <a:endParaRPr lang="en-US" altLang="ko-KR" sz="800" dirty="0"/>
              </a:p>
              <a:p>
                <a:pPr algn="ctr"/>
                <a:r>
                  <a:rPr lang="ko-KR" altLang="en-US" sz="800" dirty="0"/>
                  <a:t>하객</a:t>
                </a:r>
                <a:endParaRPr lang="en-US" altLang="ko-KR" sz="800" dirty="0"/>
              </a:p>
            </p:txBody>
          </p:sp>
        </p:grpSp>
        <p:grpSp>
          <p:nvGrpSpPr>
            <p:cNvPr id="1551" name="그룹 1550">
              <a:extLst>
                <a:ext uri="{FF2B5EF4-FFF2-40B4-BE49-F238E27FC236}">
                  <a16:creationId xmlns:a16="http://schemas.microsoft.com/office/drawing/2014/main" id="{8D81CB11-8523-D864-27D8-F7B42B8067BF}"/>
                </a:ext>
              </a:extLst>
            </p:cNvPr>
            <p:cNvGrpSpPr/>
            <p:nvPr/>
          </p:nvGrpSpPr>
          <p:grpSpPr>
            <a:xfrm>
              <a:off x="4961172" y="3310108"/>
              <a:ext cx="755653" cy="720080"/>
              <a:chOff x="-1207314" y="2943995"/>
              <a:chExt cx="755653" cy="720080"/>
            </a:xfrm>
          </p:grpSpPr>
          <p:sp>
            <p:nvSpPr>
              <p:cNvPr id="1552" name="현 17">
                <a:extLst>
                  <a:ext uri="{FF2B5EF4-FFF2-40B4-BE49-F238E27FC236}">
                    <a16:creationId xmlns:a16="http://schemas.microsoft.com/office/drawing/2014/main" id="{71CDF8EF-606D-9338-0761-B8AD2CC31007}"/>
                  </a:ext>
                </a:extLst>
              </p:cNvPr>
              <p:cNvSpPr/>
              <p:nvPr/>
            </p:nvSpPr>
            <p:spPr>
              <a:xfrm rot="6802860">
                <a:off x="-910900" y="2939535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53" name="타원 3">
                <a:extLst>
                  <a:ext uri="{FF2B5EF4-FFF2-40B4-BE49-F238E27FC236}">
                    <a16:creationId xmlns:a16="http://schemas.microsoft.com/office/drawing/2014/main" id="{BE67BB19-E67B-CC55-3BBD-D570D0A856B7}"/>
                  </a:ext>
                </a:extLst>
              </p:cNvPr>
              <p:cNvSpPr/>
              <p:nvPr/>
            </p:nvSpPr>
            <p:spPr>
              <a:xfrm>
                <a:off x="-1090381" y="3062175"/>
                <a:ext cx="514740" cy="485709"/>
              </a:xfrm>
              <a:prstGeom prst="ellips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300" dirty="0"/>
              </a:p>
            </p:txBody>
          </p:sp>
          <p:sp>
            <p:nvSpPr>
              <p:cNvPr id="1554" name="현 1553">
                <a:extLst>
                  <a:ext uri="{FF2B5EF4-FFF2-40B4-BE49-F238E27FC236}">
                    <a16:creationId xmlns:a16="http://schemas.microsoft.com/office/drawing/2014/main" id="{FD415629-DCEB-637D-5794-0E9116BE1E1F}"/>
                  </a:ext>
                </a:extLst>
              </p:cNvPr>
              <p:cNvSpPr/>
              <p:nvPr/>
            </p:nvSpPr>
            <p:spPr>
              <a:xfrm rot="17541756">
                <a:off x="-900560" y="3510377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55" name="현 21">
                <a:extLst>
                  <a:ext uri="{FF2B5EF4-FFF2-40B4-BE49-F238E27FC236}">
                    <a16:creationId xmlns:a16="http://schemas.microsoft.com/office/drawing/2014/main" id="{16E46DA4-9818-0ADF-BCE7-FA82A1BED525}"/>
                  </a:ext>
                </a:extLst>
              </p:cNvPr>
              <p:cNvSpPr/>
              <p:nvPr/>
            </p:nvSpPr>
            <p:spPr>
              <a:xfrm rot="8812624">
                <a:off x="-736327" y="2991503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56" name="현 10">
                <a:extLst>
                  <a:ext uri="{FF2B5EF4-FFF2-40B4-BE49-F238E27FC236}">
                    <a16:creationId xmlns:a16="http://schemas.microsoft.com/office/drawing/2014/main" id="{D1BFE8FB-FCE8-E74C-A2DC-4AA61645944A}"/>
                  </a:ext>
                </a:extLst>
              </p:cNvPr>
              <p:cNvSpPr/>
              <p:nvPr/>
            </p:nvSpPr>
            <p:spPr>
              <a:xfrm rot="19551520">
                <a:off x="-1088844" y="3468382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57" name="현 11">
                <a:extLst>
                  <a:ext uri="{FF2B5EF4-FFF2-40B4-BE49-F238E27FC236}">
                    <a16:creationId xmlns:a16="http://schemas.microsoft.com/office/drawing/2014/main" id="{648AB680-AA42-496B-DD00-AFC346864D36}"/>
                  </a:ext>
                </a:extLst>
              </p:cNvPr>
              <p:cNvSpPr/>
              <p:nvPr/>
            </p:nvSpPr>
            <p:spPr>
              <a:xfrm rot="4598853">
                <a:off x="-1084775" y="2990063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58" name="현 12">
                <a:extLst>
                  <a:ext uri="{FF2B5EF4-FFF2-40B4-BE49-F238E27FC236}">
                    <a16:creationId xmlns:a16="http://schemas.microsoft.com/office/drawing/2014/main" id="{F8F2BFDA-97D6-A2D5-7DB8-3CE8A66DA330}"/>
                  </a:ext>
                </a:extLst>
              </p:cNvPr>
              <p:cNvSpPr/>
              <p:nvPr/>
            </p:nvSpPr>
            <p:spPr>
              <a:xfrm rot="13056281">
                <a:off x="-609819" y="3297904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59" name="현 13">
                <a:extLst>
                  <a:ext uri="{FF2B5EF4-FFF2-40B4-BE49-F238E27FC236}">
                    <a16:creationId xmlns:a16="http://schemas.microsoft.com/office/drawing/2014/main" id="{DFFBAFCA-D416-56B8-526C-D0EF34E553D8}"/>
                  </a:ext>
                </a:extLst>
              </p:cNvPr>
              <p:cNvSpPr/>
              <p:nvPr/>
            </p:nvSpPr>
            <p:spPr>
              <a:xfrm rot="10800000">
                <a:off x="-629881" y="3118328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60" name="현 14">
                <a:extLst>
                  <a:ext uri="{FF2B5EF4-FFF2-40B4-BE49-F238E27FC236}">
                    <a16:creationId xmlns:a16="http://schemas.microsoft.com/office/drawing/2014/main" id="{BBCBE258-F033-8013-9021-319CA40EE1BA}"/>
                  </a:ext>
                </a:extLst>
              </p:cNvPr>
              <p:cNvSpPr/>
              <p:nvPr/>
            </p:nvSpPr>
            <p:spPr>
              <a:xfrm rot="253893">
                <a:off x="-1207314" y="3323711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61" name="현 15">
                <a:extLst>
                  <a:ext uri="{FF2B5EF4-FFF2-40B4-BE49-F238E27FC236}">
                    <a16:creationId xmlns:a16="http://schemas.microsoft.com/office/drawing/2014/main" id="{1E755AD7-62E1-9CA8-A7B1-2FE61EF4E6E4}"/>
                  </a:ext>
                </a:extLst>
              </p:cNvPr>
              <p:cNvSpPr/>
              <p:nvPr/>
            </p:nvSpPr>
            <p:spPr>
              <a:xfrm rot="14987951">
                <a:off x="-702437" y="3445385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62" name="현 16">
                <a:extLst>
                  <a:ext uri="{FF2B5EF4-FFF2-40B4-BE49-F238E27FC236}">
                    <a16:creationId xmlns:a16="http://schemas.microsoft.com/office/drawing/2014/main" id="{6F28F983-17CB-A8BB-6193-C024A43CCA15}"/>
                  </a:ext>
                </a:extLst>
              </p:cNvPr>
              <p:cNvSpPr/>
              <p:nvPr/>
            </p:nvSpPr>
            <p:spPr>
              <a:xfrm rot="2514970">
                <a:off x="-1202011" y="3138104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63" name="TextBox 5">
                <a:extLst>
                  <a:ext uri="{FF2B5EF4-FFF2-40B4-BE49-F238E27FC236}">
                    <a16:creationId xmlns:a16="http://schemas.microsoft.com/office/drawing/2014/main" id="{CF0A68E1-E72A-2332-A77F-E3A713BDE050}"/>
                  </a:ext>
                </a:extLst>
              </p:cNvPr>
              <p:cNvSpPr txBox="1"/>
              <p:nvPr/>
            </p:nvSpPr>
            <p:spPr>
              <a:xfrm>
                <a:off x="-1024079" y="3066122"/>
                <a:ext cx="3898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dirty="0"/>
                  <a:t>25</a:t>
                </a:r>
              </a:p>
              <a:p>
                <a:pPr algn="ctr"/>
                <a:r>
                  <a:rPr lang="ko-KR" altLang="en-US" sz="800" dirty="0"/>
                  <a:t>혼주</a:t>
                </a:r>
                <a:endParaRPr lang="en-US" altLang="ko-KR" sz="800" dirty="0"/>
              </a:p>
              <a:p>
                <a:pPr algn="ctr"/>
                <a:r>
                  <a:rPr lang="ko-KR" altLang="en-US" sz="800" dirty="0"/>
                  <a:t>하객</a:t>
                </a:r>
                <a:endParaRPr lang="en-US" altLang="ko-KR" sz="800" dirty="0"/>
              </a:p>
            </p:txBody>
          </p:sp>
        </p:grpSp>
        <p:grpSp>
          <p:nvGrpSpPr>
            <p:cNvPr id="1564" name="그룹 1563">
              <a:extLst>
                <a:ext uri="{FF2B5EF4-FFF2-40B4-BE49-F238E27FC236}">
                  <a16:creationId xmlns:a16="http://schemas.microsoft.com/office/drawing/2014/main" id="{F171C442-47EC-6AA8-369F-D4A269AE8A3C}"/>
                </a:ext>
              </a:extLst>
            </p:cNvPr>
            <p:cNvGrpSpPr/>
            <p:nvPr/>
          </p:nvGrpSpPr>
          <p:grpSpPr>
            <a:xfrm>
              <a:off x="5755825" y="3310108"/>
              <a:ext cx="755653" cy="720080"/>
              <a:chOff x="-1207314" y="2943995"/>
              <a:chExt cx="755653" cy="720080"/>
            </a:xfrm>
          </p:grpSpPr>
          <p:sp>
            <p:nvSpPr>
              <p:cNvPr id="1565" name="현 17">
                <a:extLst>
                  <a:ext uri="{FF2B5EF4-FFF2-40B4-BE49-F238E27FC236}">
                    <a16:creationId xmlns:a16="http://schemas.microsoft.com/office/drawing/2014/main" id="{12FB8C98-66E1-6370-7ED1-19801FF02C0E}"/>
                  </a:ext>
                </a:extLst>
              </p:cNvPr>
              <p:cNvSpPr/>
              <p:nvPr/>
            </p:nvSpPr>
            <p:spPr>
              <a:xfrm rot="6802860">
                <a:off x="-910900" y="2939535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66" name="타원 3">
                <a:extLst>
                  <a:ext uri="{FF2B5EF4-FFF2-40B4-BE49-F238E27FC236}">
                    <a16:creationId xmlns:a16="http://schemas.microsoft.com/office/drawing/2014/main" id="{0F06E223-2058-BD6D-7521-9D977AE4EA79}"/>
                  </a:ext>
                </a:extLst>
              </p:cNvPr>
              <p:cNvSpPr/>
              <p:nvPr/>
            </p:nvSpPr>
            <p:spPr>
              <a:xfrm>
                <a:off x="-1090381" y="3062175"/>
                <a:ext cx="514740" cy="485709"/>
              </a:xfrm>
              <a:prstGeom prst="ellips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300" dirty="0"/>
              </a:p>
            </p:txBody>
          </p:sp>
          <p:sp>
            <p:nvSpPr>
              <p:cNvPr id="1567" name="현 1566">
                <a:extLst>
                  <a:ext uri="{FF2B5EF4-FFF2-40B4-BE49-F238E27FC236}">
                    <a16:creationId xmlns:a16="http://schemas.microsoft.com/office/drawing/2014/main" id="{A185F20D-5E53-675D-52B3-AE2103208E17}"/>
                  </a:ext>
                </a:extLst>
              </p:cNvPr>
              <p:cNvSpPr/>
              <p:nvPr/>
            </p:nvSpPr>
            <p:spPr>
              <a:xfrm rot="17541756">
                <a:off x="-900560" y="3510377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68" name="현 21">
                <a:extLst>
                  <a:ext uri="{FF2B5EF4-FFF2-40B4-BE49-F238E27FC236}">
                    <a16:creationId xmlns:a16="http://schemas.microsoft.com/office/drawing/2014/main" id="{83574C2A-A214-FB3B-D266-CE9028BF56A0}"/>
                  </a:ext>
                </a:extLst>
              </p:cNvPr>
              <p:cNvSpPr/>
              <p:nvPr/>
            </p:nvSpPr>
            <p:spPr>
              <a:xfrm rot="8812624">
                <a:off x="-736327" y="2991503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69" name="현 10">
                <a:extLst>
                  <a:ext uri="{FF2B5EF4-FFF2-40B4-BE49-F238E27FC236}">
                    <a16:creationId xmlns:a16="http://schemas.microsoft.com/office/drawing/2014/main" id="{24F41A4E-869F-AA4F-1AB2-AC863AFA4E6D}"/>
                  </a:ext>
                </a:extLst>
              </p:cNvPr>
              <p:cNvSpPr/>
              <p:nvPr/>
            </p:nvSpPr>
            <p:spPr>
              <a:xfrm rot="19551520">
                <a:off x="-1088844" y="3468382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70" name="현 11">
                <a:extLst>
                  <a:ext uri="{FF2B5EF4-FFF2-40B4-BE49-F238E27FC236}">
                    <a16:creationId xmlns:a16="http://schemas.microsoft.com/office/drawing/2014/main" id="{5E7D07B5-9232-D161-077D-8E8E5BA75412}"/>
                  </a:ext>
                </a:extLst>
              </p:cNvPr>
              <p:cNvSpPr/>
              <p:nvPr/>
            </p:nvSpPr>
            <p:spPr>
              <a:xfrm rot="4598853">
                <a:off x="-1084775" y="2990063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71" name="현 12">
                <a:extLst>
                  <a:ext uri="{FF2B5EF4-FFF2-40B4-BE49-F238E27FC236}">
                    <a16:creationId xmlns:a16="http://schemas.microsoft.com/office/drawing/2014/main" id="{08C6F0BE-C474-49D7-9EEC-70F0D75CBBBB}"/>
                  </a:ext>
                </a:extLst>
              </p:cNvPr>
              <p:cNvSpPr/>
              <p:nvPr/>
            </p:nvSpPr>
            <p:spPr>
              <a:xfrm rot="13056281">
                <a:off x="-609819" y="3297904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72" name="현 13">
                <a:extLst>
                  <a:ext uri="{FF2B5EF4-FFF2-40B4-BE49-F238E27FC236}">
                    <a16:creationId xmlns:a16="http://schemas.microsoft.com/office/drawing/2014/main" id="{26E8CFEA-6A65-DCB0-B1E3-90CA8892D2A0}"/>
                  </a:ext>
                </a:extLst>
              </p:cNvPr>
              <p:cNvSpPr/>
              <p:nvPr/>
            </p:nvSpPr>
            <p:spPr>
              <a:xfrm rot="10800000">
                <a:off x="-629881" y="3118328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73" name="현 14">
                <a:extLst>
                  <a:ext uri="{FF2B5EF4-FFF2-40B4-BE49-F238E27FC236}">
                    <a16:creationId xmlns:a16="http://schemas.microsoft.com/office/drawing/2014/main" id="{BBDC0DAF-0BD7-4A38-61ED-AE31C576927C}"/>
                  </a:ext>
                </a:extLst>
              </p:cNvPr>
              <p:cNvSpPr/>
              <p:nvPr/>
            </p:nvSpPr>
            <p:spPr>
              <a:xfrm rot="253893">
                <a:off x="-1207314" y="3323711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74" name="현 15">
                <a:extLst>
                  <a:ext uri="{FF2B5EF4-FFF2-40B4-BE49-F238E27FC236}">
                    <a16:creationId xmlns:a16="http://schemas.microsoft.com/office/drawing/2014/main" id="{AE5D3625-FB1F-2E98-FE40-14D5A3DE424B}"/>
                  </a:ext>
                </a:extLst>
              </p:cNvPr>
              <p:cNvSpPr/>
              <p:nvPr/>
            </p:nvSpPr>
            <p:spPr>
              <a:xfrm rot="14987951">
                <a:off x="-702437" y="3445385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75" name="현 16">
                <a:extLst>
                  <a:ext uri="{FF2B5EF4-FFF2-40B4-BE49-F238E27FC236}">
                    <a16:creationId xmlns:a16="http://schemas.microsoft.com/office/drawing/2014/main" id="{38824B23-F212-B871-ADED-3DF0A574D535}"/>
                  </a:ext>
                </a:extLst>
              </p:cNvPr>
              <p:cNvSpPr/>
              <p:nvPr/>
            </p:nvSpPr>
            <p:spPr>
              <a:xfrm rot="2514970">
                <a:off x="-1202011" y="3138104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76" name="TextBox 5">
                <a:extLst>
                  <a:ext uri="{FF2B5EF4-FFF2-40B4-BE49-F238E27FC236}">
                    <a16:creationId xmlns:a16="http://schemas.microsoft.com/office/drawing/2014/main" id="{907F401B-8726-2732-C0D1-C8F883285C3C}"/>
                  </a:ext>
                </a:extLst>
              </p:cNvPr>
              <p:cNvSpPr txBox="1"/>
              <p:nvPr/>
            </p:nvSpPr>
            <p:spPr>
              <a:xfrm>
                <a:off x="-1024079" y="3066122"/>
                <a:ext cx="3898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dirty="0"/>
                  <a:t>32</a:t>
                </a:r>
              </a:p>
              <a:p>
                <a:pPr algn="ctr"/>
                <a:r>
                  <a:rPr lang="ko-KR" altLang="en-US" sz="800" dirty="0"/>
                  <a:t>신랑</a:t>
                </a:r>
                <a:endParaRPr lang="en-US" altLang="ko-KR" sz="800" dirty="0"/>
              </a:p>
              <a:p>
                <a:pPr algn="ctr"/>
                <a:r>
                  <a:rPr lang="ko-KR" altLang="en-US" sz="800" dirty="0"/>
                  <a:t>하객</a:t>
                </a:r>
                <a:endParaRPr lang="en-US" altLang="ko-KR" sz="800" dirty="0"/>
              </a:p>
            </p:txBody>
          </p:sp>
        </p:grpSp>
        <p:grpSp>
          <p:nvGrpSpPr>
            <p:cNvPr id="1577" name="그룹 1576">
              <a:extLst>
                <a:ext uri="{FF2B5EF4-FFF2-40B4-BE49-F238E27FC236}">
                  <a16:creationId xmlns:a16="http://schemas.microsoft.com/office/drawing/2014/main" id="{486C03F0-5F78-B6BD-7C8B-83F508EBA7FE}"/>
                </a:ext>
              </a:extLst>
            </p:cNvPr>
            <p:cNvGrpSpPr/>
            <p:nvPr/>
          </p:nvGrpSpPr>
          <p:grpSpPr>
            <a:xfrm>
              <a:off x="6554052" y="3310108"/>
              <a:ext cx="755653" cy="720080"/>
              <a:chOff x="-1207314" y="2943995"/>
              <a:chExt cx="755653" cy="720080"/>
            </a:xfrm>
          </p:grpSpPr>
          <p:sp>
            <p:nvSpPr>
              <p:cNvPr id="1578" name="현 17">
                <a:extLst>
                  <a:ext uri="{FF2B5EF4-FFF2-40B4-BE49-F238E27FC236}">
                    <a16:creationId xmlns:a16="http://schemas.microsoft.com/office/drawing/2014/main" id="{C6F9E85B-DC32-61DF-DF5F-5572421F40D8}"/>
                  </a:ext>
                </a:extLst>
              </p:cNvPr>
              <p:cNvSpPr/>
              <p:nvPr/>
            </p:nvSpPr>
            <p:spPr>
              <a:xfrm rot="6802860">
                <a:off x="-910900" y="2939535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79" name="타원 3">
                <a:extLst>
                  <a:ext uri="{FF2B5EF4-FFF2-40B4-BE49-F238E27FC236}">
                    <a16:creationId xmlns:a16="http://schemas.microsoft.com/office/drawing/2014/main" id="{9286572D-CCC2-47B6-B134-AF6F71662F7F}"/>
                  </a:ext>
                </a:extLst>
              </p:cNvPr>
              <p:cNvSpPr/>
              <p:nvPr/>
            </p:nvSpPr>
            <p:spPr>
              <a:xfrm>
                <a:off x="-1090381" y="3062175"/>
                <a:ext cx="514740" cy="485709"/>
              </a:xfrm>
              <a:prstGeom prst="ellips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300" dirty="0"/>
              </a:p>
            </p:txBody>
          </p:sp>
          <p:sp>
            <p:nvSpPr>
              <p:cNvPr id="1580" name="현 1579">
                <a:extLst>
                  <a:ext uri="{FF2B5EF4-FFF2-40B4-BE49-F238E27FC236}">
                    <a16:creationId xmlns:a16="http://schemas.microsoft.com/office/drawing/2014/main" id="{A4471EE0-D638-EE3B-C4E1-4CBCEF2078AD}"/>
                  </a:ext>
                </a:extLst>
              </p:cNvPr>
              <p:cNvSpPr/>
              <p:nvPr/>
            </p:nvSpPr>
            <p:spPr>
              <a:xfrm rot="17541756">
                <a:off x="-900560" y="3510377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81" name="현 21">
                <a:extLst>
                  <a:ext uri="{FF2B5EF4-FFF2-40B4-BE49-F238E27FC236}">
                    <a16:creationId xmlns:a16="http://schemas.microsoft.com/office/drawing/2014/main" id="{A63D5C9E-E896-4996-3DFD-6FB54B14EB59}"/>
                  </a:ext>
                </a:extLst>
              </p:cNvPr>
              <p:cNvSpPr/>
              <p:nvPr/>
            </p:nvSpPr>
            <p:spPr>
              <a:xfrm rot="8812624">
                <a:off x="-736327" y="2991503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82" name="현 10">
                <a:extLst>
                  <a:ext uri="{FF2B5EF4-FFF2-40B4-BE49-F238E27FC236}">
                    <a16:creationId xmlns:a16="http://schemas.microsoft.com/office/drawing/2014/main" id="{290043FA-090D-A9F3-F2DC-2D61C4551048}"/>
                  </a:ext>
                </a:extLst>
              </p:cNvPr>
              <p:cNvSpPr/>
              <p:nvPr/>
            </p:nvSpPr>
            <p:spPr>
              <a:xfrm rot="19551520">
                <a:off x="-1088844" y="3468382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83" name="현 11">
                <a:extLst>
                  <a:ext uri="{FF2B5EF4-FFF2-40B4-BE49-F238E27FC236}">
                    <a16:creationId xmlns:a16="http://schemas.microsoft.com/office/drawing/2014/main" id="{C1065AC6-449E-F9FA-CBC9-2BE01BED0429}"/>
                  </a:ext>
                </a:extLst>
              </p:cNvPr>
              <p:cNvSpPr/>
              <p:nvPr/>
            </p:nvSpPr>
            <p:spPr>
              <a:xfrm rot="4598853">
                <a:off x="-1084775" y="2990063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84" name="현 12">
                <a:extLst>
                  <a:ext uri="{FF2B5EF4-FFF2-40B4-BE49-F238E27FC236}">
                    <a16:creationId xmlns:a16="http://schemas.microsoft.com/office/drawing/2014/main" id="{D2C5F7DF-F7E6-2C4B-B081-8C2FBE3A4786}"/>
                  </a:ext>
                </a:extLst>
              </p:cNvPr>
              <p:cNvSpPr/>
              <p:nvPr/>
            </p:nvSpPr>
            <p:spPr>
              <a:xfrm rot="13056281">
                <a:off x="-609819" y="3297904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85" name="현 13">
                <a:extLst>
                  <a:ext uri="{FF2B5EF4-FFF2-40B4-BE49-F238E27FC236}">
                    <a16:creationId xmlns:a16="http://schemas.microsoft.com/office/drawing/2014/main" id="{EBC44917-A3D9-B907-DC83-AB15DBFF22AA}"/>
                  </a:ext>
                </a:extLst>
              </p:cNvPr>
              <p:cNvSpPr/>
              <p:nvPr/>
            </p:nvSpPr>
            <p:spPr>
              <a:xfrm rot="10800000">
                <a:off x="-629881" y="3118328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86" name="현 14">
                <a:extLst>
                  <a:ext uri="{FF2B5EF4-FFF2-40B4-BE49-F238E27FC236}">
                    <a16:creationId xmlns:a16="http://schemas.microsoft.com/office/drawing/2014/main" id="{F74C6C9C-6438-603A-5FDD-A03CC07E9276}"/>
                  </a:ext>
                </a:extLst>
              </p:cNvPr>
              <p:cNvSpPr/>
              <p:nvPr/>
            </p:nvSpPr>
            <p:spPr>
              <a:xfrm rot="253893">
                <a:off x="-1207314" y="3323711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87" name="현 15">
                <a:extLst>
                  <a:ext uri="{FF2B5EF4-FFF2-40B4-BE49-F238E27FC236}">
                    <a16:creationId xmlns:a16="http://schemas.microsoft.com/office/drawing/2014/main" id="{1732889B-AC11-8581-B3B6-E18A00ED42D8}"/>
                  </a:ext>
                </a:extLst>
              </p:cNvPr>
              <p:cNvSpPr/>
              <p:nvPr/>
            </p:nvSpPr>
            <p:spPr>
              <a:xfrm rot="14987951">
                <a:off x="-702437" y="3445385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88" name="현 16">
                <a:extLst>
                  <a:ext uri="{FF2B5EF4-FFF2-40B4-BE49-F238E27FC236}">
                    <a16:creationId xmlns:a16="http://schemas.microsoft.com/office/drawing/2014/main" id="{2010C3D3-7F5C-9765-47B6-B70D178C49BB}"/>
                  </a:ext>
                </a:extLst>
              </p:cNvPr>
              <p:cNvSpPr/>
              <p:nvPr/>
            </p:nvSpPr>
            <p:spPr>
              <a:xfrm rot="2514970">
                <a:off x="-1202011" y="3138104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89" name="TextBox 5">
                <a:extLst>
                  <a:ext uri="{FF2B5EF4-FFF2-40B4-BE49-F238E27FC236}">
                    <a16:creationId xmlns:a16="http://schemas.microsoft.com/office/drawing/2014/main" id="{66186E28-9456-1679-560A-1BBE430397ED}"/>
                  </a:ext>
                </a:extLst>
              </p:cNvPr>
              <p:cNvSpPr txBox="1"/>
              <p:nvPr/>
            </p:nvSpPr>
            <p:spPr>
              <a:xfrm>
                <a:off x="-1024079" y="3066122"/>
                <a:ext cx="3898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dirty="0"/>
                  <a:t>39</a:t>
                </a:r>
              </a:p>
              <a:p>
                <a:pPr algn="ctr"/>
                <a:r>
                  <a:rPr lang="ko-KR" altLang="en-US" sz="800" dirty="0"/>
                  <a:t>신랑</a:t>
                </a:r>
                <a:endParaRPr lang="en-US" altLang="ko-KR" sz="800" dirty="0"/>
              </a:p>
              <a:p>
                <a:pPr algn="ctr"/>
                <a:r>
                  <a:rPr lang="ko-KR" altLang="en-US" sz="800" dirty="0"/>
                  <a:t>하객</a:t>
                </a:r>
                <a:endParaRPr lang="en-US" altLang="ko-KR" sz="800" dirty="0"/>
              </a:p>
            </p:txBody>
          </p:sp>
        </p:grpSp>
      </p:grpSp>
      <p:grpSp>
        <p:nvGrpSpPr>
          <p:cNvPr id="1591" name="그룹 1590">
            <a:extLst>
              <a:ext uri="{FF2B5EF4-FFF2-40B4-BE49-F238E27FC236}">
                <a16:creationId xmlns:a16="http://schemas.microsoft.com/office/drawing/2014/main" id="{885B993C-202E-14C6-54DE-434399E74F23}"/>
              </a:ext>
            </a:extLst>
          </p:cNvPr>
          <p:cNvGrpSpPr/>
          <p:nvPr/>
        </p:nvGrpSpPr>
        <p:grpSpPr>
          <a:xfrm>
            <a:off x="2926830" y="4056637"/>
            <a:ext cx="4738421" cy="720080"/>
            <a:chOff x="2571284" y="3310108"/>
            <a:chExt cx="4738421" cy="720080"/>
          </a:xfrm>
        </p:grpSpPr>
        <p:sp>
          <p:nvSpPr>
            <p:cNvPr id="1592" name="TextBox 5">
              <a:extLst>
                <a:ext uri="{FF2B5EF4-FFF2-40B4-BE49-F238E27FC236}">
                  <a16:creationId xmlns:a16="http://schemas.microsoft.com/office/drawing/2014/main" id="{53046CE8-AB91-2BC6-31E7-756C379F1DE0}"/>
                </a:ext>
              </a:extLst>
            </p:cNvPr>
            <p:cNvSpPr txBox="1"/>
            <p:nvPr/>
          </p:nvSpPr>
          <p:spPr>
            <a:xfrm>
              <a:off x="2727818" y="3506557"/>
              <a:ext cx="5325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>
                  <a:solidFill>
                    <a:schemeClr val="bg1"/>
                  </a:solidFill>
                </a:rPr>
                <a:t>4.(</a:t>
              </a:r>
              <a:r>
                <a:rPr lang="ko-KR" altLang="en-US" sz="800" dirty="0">
                  <a:solidFill>
                    <a:schemeClr val="bg1"/>
                  </a:solidFill>
                </a:rPr>
                <a:t>신랑</a:t>
              </a:r>
              <a:r>
                <a:rPr lang="en-US" altLang="ko-KR" sz="800" dirty="0">
                  <a:solidFill>
                    <a:schemeClr val="bg1"/>
                  </a:solidFill>
                </a:rPr>
                <a:t>)</a:t>
              </a:r>
            </a:p>
            <a:p>
              <a:r>
                <a:rPr lang="ko-KR" altLang="en-US" sz="800" dirty="0">
                  <a:solidFill>
                    <a:schemeClr val="bg1"/>
                  </a:solidFill>
                </a:rPr>
                <a:t>가족</a:t>
              </a:r>
            </a:p>
          </p:txBody>
        </p:sp>
        <p:grpSp>
          <p:nvGrpSpPr>
            <p:cNvPr id="1593" name="그룹 1592">
              <a:extLst>
                <a:ext uri="{FF2B5EF4-FFF2-40B4-BE49-F238E27FC236}">
                  <a16:creationId xmlns:a16="http://schemas.microsoft.com/office/drawing/2014/main" id="{4EFB0EBD-A2CE-C7C4-F349-0670ACC860AA}"/>
                </a:ext>
              </a:extLst>
            </p:cNvPr>
            <p:cNvGrpSpPr/>
            <p:nvPr/>
          </p:nvGrpSpPr>
          <p:grpSpPr>
            <a:xfrm>
              <a:off x="2571284" y="3310108"/>
              <a:ext cx="755653" cy="720080"/>
              <a:chOff x="-1207314" y="2943995"/>
              <a:chExt cx="755653" cy="720080"/>
            </a:xfrm>
          </p:grpSpPr>
          <p:sp>
            <p:nvSpPr>
              <p:cNvPr id="1659" name="현 17">
                <a:extLst>
                  <a:ext uri="{FF2B5EF4-FFF2-40B4-BE49-F238E27FC236}">
                    <a16:creationId xmlns:a16="http://schemas.microsoft.com/office/drawing/2014/main" id="{F479D6AF-3106-DAF2-493B-60CA0AFF779F}"/>
                  </a:ext>
                </a:extLst>
              </p:cNvPr>
              <p:cNvSpPr/>
              <p:nvPr/>
            </p:nvSpPr>
            <p:spPr>
              <a:xfrm rot="6802860">
                <a:off x="-910900" y="2939535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60" name="타원 3">
                <a:extLst>
                  <a:ext uri="{FF2B5EF4-FFF2-40B4-BE49-F238E27FC236}">
                    <a16:creationId xmlns:a16="http://schemas.microsoft.com/office/drawing/2014/main" id="{7310BA8D-98A1-161E-1AE9-6856A8C299A0}"/>
                  </a:ext>
                </a:extLst>
              </p:cNvPr>
              <p:cNvSpPr/>
              <p:nvPr/>
            </p:nvSpPr>
            <p:spPr>
              <a:xfrm>
                <a:off x="-1090381" y="3062175"/>
                <a:ext cx="514740" cy="485709"/>
              </a:xfrm>
              <a:prstGeom prst="ellips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300" dirty="0"/>
              </a:p>
            </p:txBody>
          </p:sp>
          <p:sp>
            <p:nvSpPr>
              <p:cNvPr id="1661" name="현 1660">
                <a:extLst>
                  <a:ext uri="{FF2B5EF4-FFF2-40B4-BE49-F238E27FC236}">
                    <a16:creationId xmlns:a16="http://schemas.microsoft.com/office/drawing/2014/main" id="{EAC4C4AA-C1EC-A3E8-E929-3C550F71CFAC}"/>
                  </a:ext>
                </a:extLst>
              </p:cNvPr>
              <p:cNvSpPr/>
              <p:nvPr/>
            </p:nvSpPr>
            <p:spPr>
              <a:xfrm rot="17541756">
                <a:off x="-900560" y="3510377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62" name="현 21">
                <a:extLst>
                  <a:ext uri="{FF2B5EF4-FFF2-40B4-BE49-F238E27FC236}">
                    <a16:creationId xmlns:a16="http://schemas.microsoft.com/office/drawing/2014/main" id="{08DC7FA6-5CB2-A5D9-16BA-2DC3A50F55A9}"/>
                  </a:ext>
                </a:extLst>
              </p:cNvPr>
              <p:cNvSpPr/>
              <p:nvPr/>
            </p:nvSpPr>
            <p:spPr>
              <a:xfrm rot="8812624">
                <a:off x="-736327" y="2991503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63" name="현 10">
                <a:extLst>
                  <a:ext uri="{FF2B5EF4-FFF2-40B4-BE49-F238E27FC236}">
                    <a16:creationId xmlns:a16="http://schemas.microsoft.com/office/drawing/2014/main" id="{0F69265B-ADDB-DDBD-3390-76876C99A19D}"/>
                  </a:ext>
                </a:extLst>
              </p:cNvPr>
              <p:cNvSpPr/>
              <p:nvPr/>
            </p:nvSpPr>
            <p:spPr>
              <a:xfrm rot="19551520">
                <a:off x="-1088844" y="3468382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64" name="현 11">
                <a:extLst>
                  <a:ext uri="{FF2B5EF4-FFF2-40B4-BE49-F238E27FC236}">
                    <a16:creationId xmlns:a16="http://schemas.microsoft.com/office/drawing/2014/main" id="{A785F0EA-931D-2770-1CC5-8A8E4817CBFD}"/>
                  </a:ext>
                </a:extLst>
              </p:cNvPr>
              <p:cNvSpPr/>
              <p:nvPr/>
            </p:nvSpPr>
            <p:spPr>
              <a:xfrm rot="4598853">
                <a:off x="-1084775" y="2990063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65" name="현 12">
                <a:extLst>
                  <a:ext uri="{FF2B5EF4-FFF2-40B4-BE49-F238E27FC236}">
                    <a16:creationId xmlns:a16="http://schemas.microsoft.com/office/drawing/2014/main" id="{26D44F4C-F725-ADED-CB1D-14B80EF1D823}"/>
                  </a:ext>
                </a:extLst>
              </p:cNvPr>
              <p:cNvSpPr/>
              <p:nvPr/>
            </p:nvSpPr>
            <p:spPr>
              <a:xfrm rot="13056281">
                <a:off x="-609819" y="3297904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66" name="현 13">
                <a:extLst>
                  <a:ext uri="{FF2B5EF4-FFF2-40B4-BE49-F238E27FC236}">
                    <a16:creationId xmlns:a16="http://schemas.microsoft.com/office/drawing/2014/main" id="{06F6EE29-AFAA-09B6-D777-AC7A9E4EC4C0}"/>
                  </a:ext>
                </a:extLst>
              </p:cNvPr>
              <p:cNvSpPr/>
              <p:nvPr/>
            </p:nvSpPr>
            <p:spPr>
              <a:xfrm rot="10800000">
                <a:off x="-629881" y="3118328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67" name="현 14">
                <a:extLst>
                  <a:ext uri="{FF2B5EF4-FFF2-40B4-BE49-F238E27FC236}">
                    <a16:creationId xmlns:a16="http://schemas.microsoft.com/office/drawing/2014/main" id="{87653EA2-2FF1-440B-EA8C-0A3DC1893117}"/>
                  </a:ext>
                </a:extLst>
              </p:cNvPr>
              <p:cNvSpPr/>
              <p:nvPr/>
            </p:nvSpPr>
            <p:spPr>
              <a:xfrm rot="253893">
                <a:off x="-1207314" y="3323711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68" name="현 15">
                <a:extLst>
                  <a:ext uri="{FF2B5EF4-FFF2-40B4-BE49-F238E27FC236}">
                    <a16:creationId xmlns:a16="http://schemas.microsoft.com/office/drawing/2014/main" id="{D6B4A269-D328-6B66-DDA2-83DF1D816917}"/>
                  </a:ext>
                </a:extLst>
              </p:cNvPr>
              <p:cNvSpPr/>
              <p:nvPr/>
            </p:nvSpPr>
            <p:spPr>
              <a:xfrm rot="14987951">
                <a:off x="-702437" y="3445385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69" name="현 16">
                <a:extLst>
                  <a:ext uri="{FF2B5EF4-FFF2-40B4-BE49-F238E27FC236}">
                    <a16:creationId xmlns:a16="http://schemas.microsoft.com/office/drawing/2014/main" id="{E29AD49E-CC18-061D-5E5A-74362F3F5B4B}"/>
                  </a:ext>
                </a:extLst>
              </p:cNvPr>
              <p:cNvSpPr/>
              <p:nvPr/>
            </p:nvSpPr>
            <p:spPr>
              <a:xfrm rot="2514970">
                <a:off x="-1202011" y="3138104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70" name="TextBox 5">
                <a:extLst>
                  <a:ext uri="{FF2B5EF4-FFF2-40B4-BE49-F238E27FC236}">
                    <a16:creationId xmlns:a16="http://schemas.microsoft.com/office/drawing/2014/main" id="{8730A9B4-C318-F6E9-2B06-5955A29EB9A0}"/>
                  </a:ext>
                </a:extLst>
              </p:cNvPr>
              <p:cNvSpPr txBox="1"/>
              <p:nvPr/>
            </p:nvSpPr>
            <p:spPr>
              <a:xfrm>
                <a:off x="-1024079" y="3066122"/>
                <a:ext cx="3898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dirty="0"/>
                  <a:t>5</a:t>
                </a:r>
              </a:p>
              <a:p>
                <a:pPr algn="ctr"/>
                <a:r>
                  <a:rPr lang="ko-KR" altLang="en-US" sz="800" dirty="0"/>
                  <a:t>신랑</a:t>
                </a:r>
                <a:endParaRPr lang="en-US" altLang="ko-KR" sz="800" dirty="0"/>
              </a:p>
              <a:p>
                <a:pPr algn="ctr"/>
                <a:r>
                  <a:rPr lang="ko-KR" altLang="en-US" sz="800" dirty="0"/>
                  <a:t>가족</a:t>
                </a:r>
                <a:endParaRPr lang="en-US" altLang="ko-KR" sz="800" dirty="0"/>
              </a:p>
            </p:txBody>
          </p:sp>
        </p:grpSp>
        <p:grpSp>
          <p:nvGrpSpPr>
            <p:cNvPr id="1594" name="그룹 1593">
              <a:extLst>
                <a:ext uri="{FF2B5EF4-FFF2-40B4-BE49-F238E27FC236}">
                  <a16:creationId xmlns:a16="http://schemas.microsoft.com/office/drawing/2014/main" id="{15A4A90C-28E3-A95D-17D9-3EA5521D73B9}"/>
                </a:ext>
              </a:extLst>
            </p:cNvPr>
            <p:cNvGrpSpPr/>
            <p:nvPr/>
          </p:nvGrpSpPr>
          <p:grpSpPr>
            <a:xfrm>
              <a:off x="3369509" y="3310108"/>
              <a:ext cx="755653" cy="720080"/>
              <a:chOff x="-1207314" y="2943995"/>
              <a:chExt cx="755653" cy="720080"/>
            </a:xfrm>
          </p:grpSpPr>
          <p:sp>
            <p:nvSpPr>
              <p:cNvPr id="1647" name="현 17">
                <a:extLst>
                  <a:ext uri="{FF2B5EF4-FFF2-40B4-BE49-F238E27FC236}">
                    <a16:creationId xmlns:a16="http://schemas.microsoft.com/office/drawing/2014/main" id="{FC7E10B2-D5D0-1795-865E-12CF64C3BE69}"/>
                  </a:ext>
                </a:extLst>
              </p:cNvPr>
              <p:cNvSpPr/>
              <p:nvPr/>
            </p:nvSpPr>
            <p:spPr>
              <a:xfrm rot="6802860">
                <a:off x="-910900" y="2939535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48" name="타원 3">
                <a:extLst>
                  <a:ext uri="{FF2B5EF4-FFF2-40B4-BE49-F238E27FC236}">
                    <a16:creationId xmlns:a16="http://schemas.microsoft.com/office/drawing/2014/main" id="{B802FD21-F262-70D4-D344-2532D9965C9C}"/>
                  </a:ext>
                </a:extLst>
              </p:cNvPr>
              <p:cNvSpPr/>
              <p:nvPr/>
            </p:nvSpPr>
            <p:spPr>
              <a:xfrm>
                <a:off x="-1090381" y="3062175"/>
                <a:ext cx="514740" cy="485709"/>
              </a:xfrm>
              <a:prstGeom prst="ellips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300" dirty="0"/>
              </a:p>
            </p:txBody>
          </p:sp>
          <p:sp>
            <p:nvSpPr>
              <p:cNvPr id="1649" name="현 1648">
                <a:extLst>
                  <a:ext uri="{FF2B5EF4-FFF2-40B4-BE49-F238E27FC236}">
                    <a16:creationId xmlns:a16="http://schemas.microsoft.com/office/drawing/2014/main" id="{52C765DE-B521-A183-D9BC-A8BA425EB6C3}"/>
                  </a:ext>
                </a:extLst>
              </p:cNvPr>
              <p:cNvSpPr/>
              <p:nvPr/>
            </p:nvSpPr>
            <p:spPr>
              <a:xfrm rot="17541756">
                <a:off x="-900560" y="3510377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50" name="현 21">
                <a:extLst>
                  <a:ext uri="{FF2B5EF4-FFF2-40B4-BE49-F238E27FC236}">
                    <a16:creationId xmlns:a16="http://schemas.microsoft.com/office/drawing/2014/main" id="{555AB846-EAAE-E8D8-80BB-F119FFFC82C0}"/>
                  </a:ext>
                </a:extLst>
              </p:cNvPr>
              <p:cNvSpPr/>
              <p:nvPr/>
            </p:nvSpPr>
            <p:spPr>
              <a:xfrm rot="8812624">
                <a:off x="-736327" y="2991503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51" name="현 10">
                <a:extLst>
                  <a:ext uri="{FF2B5EF4-FFF2-40B4-BE49-F238E27FC236}">
                    <a16:creationId xmlns:a16="http://schemas.microsoft.com/office/drawing/2014/main" id="{9DFE543F-410A-1730-A3A6-6870D10A90DF}"/>
                  </a:ext>
                </a:extLst>
              </p:cNvPr>
              <p:cNvSpPr/>
              <p:nvPr/>
            </p:nvSpPr>
            <p:spPr>
              <a:xfrm rot="19551520">
                <a:off x="-1088844" y="3468382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52" name="현 11">
                <a:extLst>
                  <a:ext uri="{FF2B5EF4-FFF2-40B4-BE49-F238E27FC236}">
                    <a16:creationId xmlns:a16="http://schemas.microsoft.com/office/drawing/2014/main" id="{3BE894A8-E2A9-F4DF-C38A-291282E62009}"/>
                  </a:ext>
                </a:extLst>
              </p:cNvPr>
              <p:cNvSpPr/>
              <p:nvPr/>
            </p:nvSpPr>
            <p:spPr>
              <a:xfrm rot="4598853">
                <a:off x="-1084775" y="2990063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53" name="현 12">
                <a:extLst>
                  <a:ext uri="{FF2B5EF4-FFF2-40B4-BE49-F238E27FC236}">
                    <a16:creationId xmlns:a16="http://schemas.microsoft.com/office/drawing/2014/main" id="{23786DA5-AA24-A33F-11C1-57ED43C2F69C}"/>
                  </a:ext>
                </a:extLst>
              </p:cNvPr>
              <p:cNvSpPr/>
              <p:nvPr/>
            </p:nvSpPr>
            <p:spPr>
              <a:xfrm rot="13056281">
                <a:off x="-609819" y="3297904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54" name="현 13">
                <a:extLst>
                  <a:ext uri="{FF2B5EF4-FFF2-40B4-BE49-F238E27FC236}">
                    <a16:creationId xmlns:a16="http://schemas.microsoft.com/office/drawing/2014/main" id="{4686D947-A1D4-DDF3-C0A2-746883D5D7A4}"/>
                  </a:ext>
                </a:extLst>
              </p:cNvPr>
              <p:cNvSpPr/>
              <p:nvPr/>
            </p:nvSpPr>
            <p:spPr>
              <a:xfrm rot="10800000">
                <a:off x="-629881" y="3118328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55" name="현 14">
                <a:extLst>
                  <a:ext uri="{FF2B5EF4-FFF2-40B4-BE49-F238E27FC236}">
                    <a16:creationId xmlns:a16="http://schemas.microsoft.com/office/drawing/2014/main" id="{266B953E-79B0-1E3F-BBAD-40A13AE08205}"/>
                  </a:ext>
                </a:extLst>
              </p:cNvPr>
              <p:cNvSpPr/>
              <p:nvPr/>
            </p:nvSpPr>
            <p:spPr>
              <a:xfrm rot="253893">
                <a:off x="-1207314" y="3323711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56" name="현 15">
                <a:extLst>
                  <a:ext uri="{FF2B5EF4-FFF2-40B4-BE49-F238E27FC236}">
                    <a16:creationId xmlns:a16="http://schemas.microsoft.com/office/drawing/2014/main" id="{AD3D8AD5-96DB-A591-51C3-18744EFE2642}"/>
                  </a:ext>
                </a:extLst>
              </p:cNvPr>
              <p:cNvSpPr/>
              <p:nvPr/>
            </p:nvSpPr>
            <p:spPr>
              <a:xfrm rot="14987951">
                <a:off x="-702437" y="3445385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57" name="현 16">
                <a:extLst>
                  <a:ext uri="{FF2B5EF4-FFF2-40B4-BE49-F238E27FC236}">
                    <a16:creationId xmlns:a16="http://schemas.microsoft.com/office/drawing/2014/main" id="{C71BC44A-0391-E215-3E64-1B1B2BB151B3}"/>
                  </a:ext>
                </a:extLst>
              </p:cNvPr>
              <p:cNvSpPr/>
              <p:nvPr/>
            </p:nvSpPr>
            <p:spPr>
              <a:xfrm rot="2514970">
                <a:off x="-1202011" y="3138104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58" name="TextBox 5">
                <a:extLst>
                  <a:ext uri="{FF2B5EF4-FFF2-40B4-BE49-F238E27FC236}">
                    <a16:creationId xmlns:a16="http://schemas.microsoft.com/office/drawing/2014/main" id="{26BD8CAD-8EB2-D3EF-C0F0-4A38470EBB47}"/>
                  </a:ext>
                </a:extLst>
              </p:cNvPr>
              <p:cNvSpPr txBox="1"/>
              <p:nvPr/>
            </p:nvSpPr>
            <p:spPr>
              <a:xfrm>
                <a:off x="-1024079" y="3066122"/>
                <a:ext cx="3898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dirty="0"/>
                  <a:t>12</a:t>
                </a:r>
              </a:p>
              <a:p>
                <a:pPr algn="ctr"/>
                <a:r>
                  <a:rPr lang="ko-KR" altLang="en-US" sz="800" dirty="0"/>
                  <a:t>혼주</a:t>
                </a:r>
                <a:endParaRPr lang="en-US" altLang="ko-KR" sz="800" dirty="0"/>
              </a:p>
              <a:p>
                <a:pPr algn="ctr"/>
                <a:r>
                  <a:rPr lang="ko-KR" altLang="en-US" sz="800" dirty="0"/>
                  <a:t>하객</a:t>
                </a:r>
                <a:endParaRPr lang="en-US" altLang="ko-KR" sz="800" dirty="0"/>
              </a:p>
            </p:txBody>
          </p:sp>
        </p:grpSp>
        <p:grpSp>
          <p:nvGrpSpPr>
            <p:cNvPr id="1595" name="그룹 1594">
              <a:extLst>
                <a:ext uri="{FF2B5EF4-FFF2-40B4-BE49-F238E27FC236}">
                  <a16:creationId xmlns:a16="http://schemas.microsoft.com/office/drawing/2014/main" id="{72EDFB4E-AA98-76A1-B08D-8918BE87697F}"/>
                </a:ext>
              </a:extLst>
            </p:cNvPr>
            <p:cNvGrpSpPr/>
            <p:nvPr/>
          </p:nvGrpSpPr>
          <p:grpSpPr>
            <a:xfrm>
              <a:off x="4162946" y="3310108"/>
              <a:ext cx="755653" cy="720080"/>
              <a:chOff x="-1207314" y="2943995"/>
              <a:chExt cx="755653" cy="720080"/>
            </a:xfrm>
          </p:grpSpPr>
          <p:sp>
            <p:nvSpPr>
              <p:cNvPr id="1635" name="현 17">
                <a:extLst>
                  <a:ext uri="{FF2B5EF4-FFF2-40B4-BE49-F238E27FC236}">
                    <a16:creationId xmlns:a16="http://schemas.microsoft.com/office/drawing/2014/main" id="{B5468EA2-2F9A-78DB-873B-EA8A7A828E66}"/>
                  </a:ext>
                </a:extLst>
              </p:cNvPr>
              <p:cNvSpPr/>
              <p:nvPr/>
            </p:nvSpPr>
            <p:spPr>
              <a:xfrm rot="6802860">
                <a:off x="-910900" y="2939535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36" name="타원 3">
                <a:extLst>
                  <a:ext uri="{FF2B5EF4-FFF2-40B4-BE49-F238E27FC236}">
                    <a16:creationId xmlns:a16="http://schemas.microsoft.com/office/drawing/2014/main" id="{42849D5E-EADF-14A2-5C7A-D4868020FA64}"/>
                  </a:ext>
                </a:extLst>
              </p:cNvPr>
              <p:cNvSpPr/>
              <p:nvPr/>
            </p:nvSpPr>
            <p:spPr>
              <a:xfrm>
                <a:off x="-1090381" y="3062175"/>
                <a:ext cx="514740" cy="485709"/>
              </a:xfrm>
              <a:prstGeom prst="ellips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300" dirty="0"/>
              </a:p>
            </p:txBody>
          </p:sp>
          <p:sp>
            <p:nvSpPr>
              <p:cNvPr id="1637" name="현 1636">
                <a:extLst>
                  <a:ext uri="{FF2B5EF4-FFF2-40B4-BE49-F238E27FC236}">
                    <a16:creationId xmlns:a16="http://schemas.microsoft.com/office/drawing/2014/main" id="{2930C554-BAA0-75C8-ACB4-21DDBCB40B20}"/>
                  </a:ext>
                </a:extLst>
              </p:cNvPr>
              <p:cNvSpPr/>
              <p:nvPr/>
            </p:nvSpPr>
            <p:spPr>
              <a:xfrm rot="17541756">
                <a:off x="-900560" y="3510377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38" name="현 21">
                <a:extLst>
                  <a:ext uri="{FF2B5EF4-FFF2-40B4-BE49-F238E27FC236}">
                    <a16:creationId xmlns:a16="http://schemas.microsoft.com/office/drawing/2014/main" id="{E48CE1E2-22A0-D25E-904F-0A2A985BE869}"/>
                  </a:ext>
                </a:extLst>
              </p:cNvPr>
              <p:cNvSpPr/>
              <p:nvPr/>
            </p:nvSpPr>
            <p:spPr>
              <a:xfrm rot="8812624">
                <a:off x="-736327" y="2991503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39" name="현 10">
                <a:extLst>
                  <a:ext uri="{FF2B5EF4-FFF2-40B4-BE49-F238E27FC236}">
                    <a16:creationId xmlns:a16="http://schemas.microsoft.com/office/drawing/2014/main" id="{75FE8349-D104-C84A-4601-4F9C71771518}"/>
                  </a:ext>
                </a:extLst>
              </p:cNvPr>
              <p:cNvSpPr/>
              <p:nvPr/>
            </p:nvSpPr>
            <p:spPr>
              <a:xfrm rot="19551520">
                <a:off x="-1088844" y="3468382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40" name="현 11">
                <a:extLst>
                  <a:ext uri="{FF2B5EF4-FFF2-40B4-BE49-F238E27FC236}">
                    <a16:creationId xmlns:a16="http://schemas.microsoft.com/office/drawing/2014/main" id="{AEFD43EE-6BC7-E2F9-7CAF-3F0AFA41B55E}"/>
                  </a:ext>
                </a:extLst>
              </p:cNvPr>
              <p:cNvSpPr/>
              <p:nvPr/>
            </p:nvSpPr>
            <p:spPr>
              <a:xfrm rot="4598853">
                <a:off x="-1084775" y="2990063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41" name="현 12">
                <a:extLst>
                  <a:ext uri="{FF2B5EF4-FFF2-40B4-BE49-F238E27FC236}">
                    <a16:creationId xmlns:a16="http://schemas.microsoft.com/office/drawing/2014/main" id="{E9CC71E4-4888-E9B9-148E-85C75A59DD35}"/>
                  </a:ext>
                </a:extLst>
              </p:cNvPr>
              <p:cNvSpPr/>
              <p:nvPr/>
            </p:nvSpPr>
            <p:spPr>
              <a:xfrm rot="13056281">
                <a:off x="-609819" y="3297904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42" name="현 13">
                <a:extLst>
                  <a:ext uri="{FF2B5EF4-FFF2-40B4-BE49-F238E27FC236}">
                    <a16:creationId xmlns:a16="http://schemas.microsoft.com/office/drawing/2014/main" id="{57B00BF1-8F33-4C5E-F742-3E64745EA278}"/>
                  </a:ext>
                </a:extLst>
              </p:cNvPr>
              <p:cNvSpPr/>
              <p:nvPr/>
            </p:nvSpPr>
            <p:spPr>
              <a:xfrm rot="10800000">
                <a:off x="-629881" y="3118328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43" name="현 14">
                <a:extLst>
                  <a:ext uri="{FF2B5EF4-FFF2-40B4-BE49-F238E27FC236}">
                    <a16:creationId xmlns:a16="http://schemas.microsoft.com/office/drawing/2014/main" id="{B901011E-63A2-DED2-4643-A7C93EFD1D4B}"/>
                  </a:ext>
                </a:extLst>
              </p:cNvPr>
              <p:cNvSpPr/>
              <p:nvPr/>
            </p:nvSpPr>
            <p:spPr>
              <a:xfrm rot="253893">
                <a:off x="-1207314" y="3323711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44" name="현 15">
                <a:extLst>
                  <a:ext uri="{FF2B5EF4-FFF2-40B4-BE49-F238E27FC236}">
                    <a16:creationId xmlns:a16="http://schemas.microsoft.com/office/drawing/2014/main" id="{016C416A-70CD-1886-BD89-C838BC5BBFDB}"/>
                  </a:ext>
                </a:extLst>
              </p:cNvPr>
              <p:cNvSpPr/>
              <p:nvPr/>
            </p:nvSpPr>
            <p:spPr>
              <a:xfrm rot="14987951">
                <a:off x="-702437" y="3445385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45" name="현 16">
                <a:extLst>
                  <a:ext uri="{FF2B5EF4-FFF2-40B4-BE49-F238E27FC236}">
                    <a16:creationId xmlns:a16="http://schemas.microsoft.com/office/drawing/2014/main" id="{A545BC30-7714-199A-4280-46654FB825C0}"/>
                  </a:ext>
                </a:extLst>
              </p:cNvPr>
              <p:cNvSpPr/>
              <p:nvPr/>
            </p:nvSpPr>
            <p:spPr>
              <a:xfrm rot="2514970">
                <a:off x="-1202011" y="3138104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46" name="TextBox 5">
                <a:extLst>
                  <a:ext uri="{FF2B5EF4-FFF2-40B4-BE49-F238E27FC236}">
                    <a16:creationId xmlns:a16="http://schemas.microsoft.com/office/drawing/2014/main" id="{CE0D5B9A-DF84-D31C-DEAD-7B41F0D5FF42}"/>
                  </a:ext>
                </a:extLst>
              </p:cNvPr>
              <p:cNvSpPr txBox="1"/>
              <p:nvPr/>
            </p:nvSpPr>
            <p:spPr>
              <a:xfrm>
                <a:off x="-1024079" y="3066122"/>
                <a:ext cx="3898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dirty="0"/>
                  <a:t>19</a:t>
                </a:r>
              </a:p>
              <a:p>
                <a:pPr algn="ctr"/>
                <a:r>
                  <a:rPr lang="ko-KR" altLang="en-US" sz="800" dirty="0"/>
                  <a:t>혼주</a:t>
                </a:r>
                <a:endParaRPr lang="en-US" altLang="ko-KR" sz="800" dirty="0"/>
              </a:p>
              <a:p>
                <a:pPr algn="ctr"/>
                <a:r>
                  <a:rPr lang="ko-KR" altLang="en-US" sz="800" dirty="0"/>
                  <a:t>하객</a:t>
                </a:r>
                <a:endParaRPr lang="en-US" altLang="ko-KR" sz="800" dirty="0"/>
              </a:p>
            </p:txBody>
          </p:sp>
        </p:grpSp>
        <p:grpSp>
          <p:nvGrpSpPr>
            <p:cNvPr id="1596" name="그룹 1595">
              <a:extLst>
                <a:ext uri="{FF2B5EF4-FFF2-40B4-BE49-F238E27FC236}">
                  <a16:creationId xmlns:a16="http://schemas.microsoft.com/office/drawing/2014/main" id="{316791FC-2C78-1D8B-DCCC-216300DEE53D}"/>
                </a:ext>
              </a:extLst>
            </p:cNvPr>
            <p:cNvGrpSpPr/>
            <p:nvPr/>
          </p:nvGrpSpPr>
          <p:grpSpPr>
            <a:xfrm>
              <a:off x="4961172" y="3310108"/>
              <a:ext cx="755653" cy="720080"/>
              <a:chOff x="-1207314" y="2943995"/>
              <a:chExt cx="755653" cy="720080"/>
            </a:xfrm>
          </p:grpSpPr>
          <p:sp>
            <p:nvSpPr>
              <p:cNvPr id="1623" name="현 17">
                <a:extLst>
                  <a:ext uri="{FF2B5EF4-FFF2-40B4-BE49-F238E27FC236}">
                    <a16:creationId xmlns:a16="http://schemas.microsoft.com/office/drawing/2014/main" id="{4B642A72-0A4F-752F-C43D-D0817283B8A0}"/>
                  </a:ext>
                </a:extLst>
              </p:cNvPr>
              <p:cNvSpPr/>
              <p:nvPr/>
            </p:nvSpPr>
            <p:spPr>
              <a:xfrm rot="6802860">
                <a:off x="-910900" y="2939535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24" name="타원 3">
                <a:extLst>
                  <a:ext uri="{FF2B5EF4-FFF2-40B4-BE49-F238E27FC236}">
                    <a16:creationId xmlns:a16="http://schemas.microsoft.com/office/drawing/2014/main" id="{C8581846-3ECE-BBFD-C49F-839F54A346D8}"/>
                  </a:ext>
                </a:extLst>
              </p:cNvPr>
              <p:cNvSpPr/>
              <p:nvPr/>
            </p:nvSpPr>
            <p:spPr>
              <a:xfrm>
                <a:off x="-1090381" y="3062175"/>
                <a:ext cx="514740" cy="485709"/>
              </a:xfrm>
              <a:prstGeom prst="ellips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300" dirty="0"/>
              </a:p>
            </p:txBody>
          </p:sp>
          <p:sp>
            <p:nvSpPr>
              <p:cNvPr id="1625" name="현 1624">
                <a:extLst>
                  <a:ext uri="{FF2B5EF4-FFF2-40B4-BE49-F238E27FC236}">
                    <a16:creationId xmlns:a16="http://schemas.microsoft.com/office/drawing/2014/main" id="{8C030FBE-1FAE-40ED-0521-BEE1FF80E8A7}"/>
                  </a:ext>
                </a:extLst>
              </p:cNvPr>
              <p:cNvSpPr/>
              <p:nvPr/>
            </p:nvSpPr>
            <p:spPr>
              <a:xfrm rot="17541756">
                <a:off x="-900560" y="3510377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26" name="현 21">
                <a:extLst>
                  <a:ext uri="{FF2B5EF4-FFF2-40B4-BE49-F238E27FC236}">
                    <a16:creationId xmlns:a16="http://schemas.microsoft.com/office/drawing/2014/main" id="{AD60BEDA-5F26-2849-C7F5-17DC555C4195}"/>
                  </a:ext>
                </a:extLst>
              </p:cNvPr>
              <p:cNvSpPr/>
              <p:nvPr/>
            </p:nvSpPr>
            <p:spPr>
              <a:xfrm rot="8812624">
                <a:off x="-736327" y="2991503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27" name="현 10">
                <a:extLst>
                  <a:ext uri="{FF2B5EF4-FFF2-40B4-BE49-F238E27FC236}">
                    <a16:creationId xmlns:a16="http://schemas.microsoft.com/office/drawing/2014/main" id="{934E6E54-23AE-8941-23B0-814871D13CC0}"/>
                  </a:ext>
                </a:extLst>
              </p:cNvPr>
              <p:cNvSpPr/>
              <p:nvPr/>
            </p:nvSpPr>
            <p:spPr>
              <a:xfrm rot="19551520">
                <a:off x="-1088844" y="3468382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28" name="현 11">
                <a:extLst>
                  <a:ext uri="{FF2B5EF4-FFF2-40B4-BE49-F238E27FC236}">
                    <a16:creationId xmlns:a16="http://schemas.microsoft.com/office/drawing/2014/main" id="{4F5381D1-ECB4-B703-29A2-E8C803FCB657}"/>
                  </a:ext>
                </a:extLst>
              </p:cNvPr>
              <p:cNvSpPr/>
              <p:nvPr/>
            </p:nvSpPr>
            <p:spPr>
              <a:xfrm rot="4598853">
                <a:off x="-1084775" y="2990063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29" name="현 12">
                <a:extLst>
                  <a:ext uri="{FF2B5EF4-FFF2-40B4-BE49-F238E27FC236}">
                    <a16:creationId xmlns:a16="http://schemas.microsoft.com/office/drawing/2014/main" id="{01750A66-970B-7AE8-7148-CB4C860E7C5E}"/>
                  </a:ext>
                </a:extLst>
              </p:cNvPr>
              <p:cNvSpPr/>
              <p:nvPr/>
            </p:nvSpPr>
            <p:spPr>
              <a:xfrm rot="13056281">
                <a:off x="-609819" y="3297904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30" name="현 13">
                <a:extLst>
                  <a:ext uri="{FF2B5EF4-FFF2-40B4-BE49-F238E27FC236}">
                    <a16:creationId xmlns:a16="http://schemas.microsoft.com/office/drawing/2014/main" id="{EBF20B42-557C-94A9-953D-A806170294F7}"/>
                  </a:ext>
                </a:extLst>
              </p:cNvPr>
              <p:cNvSpPr/>
              <p:nvPr/>
            </p:nvSpPr>
            <p:spPr>
              <a:xfrm rot="10800000">
                <a:off x="-629881" y="3118328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31" name="현 14">
                <a:extLst>
                  <a:ext uri="{FF2B5EF4-FFF2-40B4-BE49-F238E27FC236}">
                    <a16:creationId xmlns:a16="http://schemas.microsoft.com/office/drawing/2014/main" id="{92122250-88F1-22B3-C783-F21621222119}"/>
                  </a:ext>
                </a:extLst>
              </p:cNvPr>
              <p:cNvSpPr/>
              <p:nvPr/>
            </p:nvSpPr>
            <p:spPr>
              <a:xfrm rot="253893">
                <a:off x="-1207314" y="3323711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32" name="현 15">
                <a:extLst>
                  <a:ext uri="{FF2B5EF4-FFF2-40B4-BE49-F238E27FC236}">
                    <a16:creationId xmlns:a16="http://schemas.microsoft.com/office/drawing/2014/main" id="{2073081D-F038-1019-7BC0-1E5FFF4ECE29}"/>
                  </a:ext>
                </a:extLst>
              </p:cNvPr>
              <p:cNvSpPr/>
              <p:nvPr/>
            </p:nvSpPr>
            <p:spPr>
              <a:xfrm rot="14987951">
                <a:off x="-702437" y="3445385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33" name="현 16">
                <a:extLst>
                  <a:ext uri="{FF2B5EF4-FFF2-40B4-BE49-F238E27FC236}">
                    <a16:creationId xmlns:a16="http://schemas.microsoft.com/office/drawing/2014/main" id="{694A5A79-1810-C3CD-3C71-B4F1F26CCF7E}"/>
                  </a:ext>
                </a:extLst>
              </p:cNvPr>
              <p:cNvSpPr/>
              <p:nvPr/>
            </p:nvSpPr>
            <p:spPr>
              <a:xfrm rot="2514970">
                <a:off x="-1202011" y="3138104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34" name="TextBox 5">
                <a:extLst>
                  <a:ext uri="{FF2B5EF4-FFF2-40B4-BE49-F238E27FC236}">
                    <a16:creationId xmlns:a16="http://schemas.microsoft.com/office/drawing/2014/main" id="{191C654A-61BA-B1BD-867B-9EDA8642ECE1}"/>
                  </a:ext>
                </a:extLst>
              </p:cNvPr>
              <p:cNvSpPr txBox="1"/>
              <p:nvPr/>
            </p:nvSpPr>
            <p:spPr>
              <a:xfrm>
                <a:off x="-1024079" y="3066122"/>
                <a:ext cx="3898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dirty="0"/>
                  <a:t>26</a:t>
                </a:r>
              </a:p>
              <a:p>
                <a:pPr algn="ctr"/>
                <a:r>
                  <a:rPr lang="ko-KR" altLang="en-US" sz="800" dirty="0"/>
                  <a:t>혼주</a:t>
                </a:r>
                <a:endParaRPr lang="en-US" altLang="ko-KR" sz="800" dirty="0"/>
              </a:p>
              <a:p>
                <a:pPr algn="ctr"/>
                <a:r>
                  <a:rPr lang="ko-KR" altLang="en-US" sz="800" dirty="0"/>
                  <a:t>하객</a:t>
                </a:r>
                <a:endParaRPr lang="en-US" altLang="ko-KR" sz="800" dirty="0"/>
              </a:p>
            </p:txBody>
          </p:sp>
        </p:grpSp>
        <p:grpSp>
          <p:nvGrpSpPr>
            <p:cNvPr id="1597" name="그룹 1596">
              <a:extLst>
                <a:ext uri="{FF2B5EF4-FFF2-40B4-BE49-F238E27FC236}">
                  <a16:creationId xmlns:a16="http://schemas.microsoft.com/office/drawing/2014/main" id="{13A96AF5-B646-D87A-8669-E5679D3EDA4C}"/>
                </a:ext>
              </a:extLst>
            </p:cNvPr>
            <p:cNvGrpSpPr/>
            <p:nvPr/>
          </p:nvGrpSpPr>
          <p:grpSpPr>
            <a:xfrm>
              <a:off x="5755825" y="3310108"/>
              <a:ext cx="755653" cy="720080"/>
              <a:chOff x="-1207314" y="2943995"/>
              <a:chExt cx="755653" cy="720080"/>
            </a:xfrm>
          </p:grpSpPr>
          <p:sp>
            <p:nvSpPr>
              <p:cNvPr id="1611" name="현 17">
                <a:extLst>
                  <a:ext uri="{FF2B5EF4-FFF2-40B4-BE49-F238E27FC236}">
                    <a16:creationId xmlns:a16="http://schemas.microsoft.com/office/drawing/2014/main" id="{CA5F1AAC-BEBE-143E-32F7-D0299A4F471C}"/>
                  </a:ext>
                </a:extLst>
              </p:cNvPr>
              <p:cNvSpPr/>
              <p:nvPr/>
            </p:nvSpPr>
            <p:spPr>
              <a:xfrm rot="6802860">
                <a:off x="-910900" y="2939535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12" name="타원 3">
                <a:extLst>
                  <a:ext uri="{FF2B5EF4-FFF2-40B4-BE49-F238E27FC236}">
                    <a16:creationId xmlns:a16="http://schemas.microsoft.com/office/drawing/2014/main" id="{0EFEDA01-239D-5CE1-9CED-A3571DC88B21}"/>
                  </a:ext>
                </a:extLst>
              </p:cNvPr>
              <p:cNvSpPr/>
              <p:nvPr/>
            </p:nvSpPr>
            <p:spPr>
              <a:xfrm>
                <a:off x="-1090381" y="3062175"/>
                <a:ext cx="514740" cy="485709"/>
              </a:xfrm>
              <a:prstGeom prst="ellips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300" dirty="0"/>
              </a:p>
            </p:txBody>
          </p:sp>
          <p:sp>
            <p:nvSpPr>
              <p:cNvPr id="1613" name="현 1612">
                <a:extLst>
                  <a:ext uri="{FF2B5EF4-FFF2-40B4-BE49-F238E27FC236}">
                    <a16:creationId xmlns:a16="http://schemas.microsoft.com/office/drawing/2014/main" id="{B796A49B-3AE4-8F3E-CC0B-ACF3C2847A8A}"/>
                  </a:ext>
                </a:extLst>
              </p:cNvPr>
              <p:cNvSpPr/>
              <p:nvPr/>
            </p:nvSpPr>
            <p:spPr>
              <a:xfrm rot="17541756">
                <a:off x="-900560" y="3510377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14" name="현 21">
                <a:extLst>
                  <a:ext uri="{FF2B5EF4-FFF2-40B4-BE49-F238E27FC236}">
                    <a16:creationId xmlns:a16="http://schemas.microsoft.com/office/drawing/2014/main" id="{FABFF515-1D7F-1992-9110-27F2AAA683D2}"/>
                  </a:ext>
                </a:extLst>
              </p:cNvPr>
              <p:cNvSpPr/>
              <p:nvPr/>
            </p:nvSpPr>
            <p:spPr>
              <a:xfrm rot="8812624">
                <a:off x="-736327" y="2991503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15" name="현 10">
                <a:extLst>
                  <a:ext uri="{FF2B5EF4-FFF2-40B4-BE49-F238E27FC236}">
                    <a16:creationId xmlns:a16="http://schemas.microsoft.com/office/drawing/2014/main" id="{475017D1-24D0-553A-EADD-26CEE9E5E08C}"/>
                  </a:ext>
                </a:extLst>
              </p:cNvPr>
              <p:cNvSpPr/>
              <p:nvPr/>
            </p:nvSpPr>
            <p:spPr>
              <a:xfrm rot="19551520">
                <a:off x="-1088844" y="3468382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16" name="현 11">
                <a:extLst>
                  <a:ext uri="{FF2B5EF4-FFF2-40B4-BE49-F238E27FC236}">
                    <a16:creationId xmlns:a16="http://schemas.microsoft.com/office/drawing/2014/main" id="{CC1F8814-44BC-9FDE-4146-B5C58CA51FA6}"/>
                  </a:ext>
                </a:extLst>
              </p:cNvPr>
              <p:cNvSpPr/>
              <p:nvPr/>
            </p:nvSpPr>
            <p:spPr>
              <a:xfrm rot="4598853">
                <a:off x="-1084775" y="2990063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17" name="현 12">
                <a:extLst>
                  <a:ext uri="{FF2B5EF4-FFF2-40B4-BE49-F238E27FC236}">
                    <a16:creationId xmlns:a16="http://schemas.microsoft.com/office/drawing/2014/main" id="{1969C468-996D-C98C-B17F-C47BC7C42AA8}"/>
                  </a:ext>
                </a:extLst>
              </p:cNvPr>
              <p:cNvSpPr/>
              <p:nvPr/>
            </p:nvSpPr>
            <p:spPr>
              <a:xfrm rot="13056281">
                <a:off x="-609819" y="3297904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18" name="현 13">
                <a:extLst>
                  <a:ext uri="{FF2B5EF4-FFF2-40B4-BE49-F238E27FC236}">
                    <a16:creationId xmlns:a16="http://schemas.microsoft.com/office/drawing/2014/main" id="{149FA6D9-3F15-D7DC-A04B-B665C2C55239}"/>
                  </a:ext>
                </a:extLst>
              </p:cNvPr>
              <p:cNvSpPr/>
              <p:nvPr/>
            </p:nvSpPr>
            <p:spPr>
              <a:xfrm rot="10800000">
                <a:off x="-629881" y="3118328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19" name="현 14">
                <a:extLst>
                  <a:ext uri="{FF2B5EF4-FFF2-40B4-BE49-F238E27FC236}">
                    <a16:creationId xmlns:a16="http://schemas.microsoft.com/office/drawing/2014/main" id="{21C58A03-C1CA-9DEC-2A6C-7CFB626AF0D1}"/>
                  </a:ext>
                </a:extLst>
              </p:cNvPr>
              <p:cNvSpPr/>
              <p:nvPr/>
            </p:nvSpPr>
            <p:spPr>
              <a:xfrm rot="253893">
                <a:off x="-1207314" y="3323711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20" name="현 15">
                <a:extLst>
                  <a:ext uri="{FF2B5EF4-FFF2-40B4-BE49-F238E27FC236}">
                    <a16:creationId xmlns:a16="http://schemas.microsoft.com/office/drawing/2014/main" id="{9FEE4DAC-20D2-34FC-1E0B-9C8BB4D7B066}"/>
                  </a:ext>
                </a:extLst>
              </p:cNvPr>
              <p:cNvSpPr/>
              <p:nvPr/>
            </p:nvSpPr>
            <p:spPr>
              <a:xfrm rot="14987951">
                <a:off x="-702437" y="3445385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21" name="현 16">
                <a:extLst>
                  <a:ext uri="{FF2B5EF4-FFF2-40B4-BE49-F238E27FC236}">
                    <a16:creationId xmlns:a16="http://schemas.microsoft.com/office/drawing/2014/main" id="{AB60698B-D859-E6D0-AE33-0ADBD3EEAF63}"/>
                  </a:ext>
                </a:extLst>
              </p:cNvPr>
              <p:cNvSpPr/>
              <p:nvPr/>
            </p:nvSpPr>
            <p:spPr>
              <a:xfrm rot="2514970">
                <a:off x="-1202011" y="3138104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22" name="TextBox 5">
                <a:extLst>
                  <a:ext uri="{FF2B5EF4-FFF2-40B4-BE49-F238E27FC236}">
                    <a16:creationId xmlns:a16="http://schemas.microsoft.com/office/drawing/2014/main" id="{4BB0DAD9-1FC1-FDAC-9E6E-FBDDD61108F7}"/>
                  </a:ext>
                </a:extLst>
              </p:cNvPr>
              <p:cNvSpPr txBox="1"/>
              <p:nvPr/>
            </p:nvSpPr>
            <p:spPr>
              <a:xfrm>
                <a:off x="-1024079" y="3066122"/>
                <a:ext cx="3898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dirty="0"/>
                  <a:t>33</a:t>
                </a:r>
              </a:p>
              <a:p>
                <a:pPr algn="ctr"/>
                <a:r>
                  <a:rPr lang="ko-KR" altLang="en-US" sz="800" dirty="0"/>
                  <a:t>혼주</a:t>
                </a:r>
                <a:endParaRPr lang="en-US" altLang="ko-KR" sz="800" dirty="0"/>
              </a:p>
              <a:p>
                <a:pPr algn="ctr"/>
                <a:r>
                  <a:rPr lang="ko-KR" altLang="en-US" sz="800" dirty="0"/>
                  <a:t>하객</a:t>
                </a:r>
                <a:endParaRPr lang="en-US" altLang="ko-KR" sz="800" dirty="0"/>
              </a:p>
            </p:txBody>
          </p:sp>
        </p:grpSp>
        <p:grpSp>
          <p:nvGrpSpPr>
            <p:cNvPr id="1598" name="그룹 1597">
              <a:extLst>
                <a:ext uri="{FF2B5EF4-FFF2-40B4-BE49-F238E27FC236}">
                  <a16:creationId xmlns:a16="http://schemas.microsoft.com/office/drawing/2014/main" id="{55B8F956-9134-B44C-B89D-AF4215475487}"/>
                </a:ext>
              </a:extLst>
            </p:cNvPr>
            <p:cNvGrpSpPr/>
            <p:nvPr/>
          </p:nvGrpSpPr>
          <p:grpSpPr>
            <a:xfrm>
              <a:off x="6554052" y="3310108"/>
              <a:ext cx="755653" cy="720080"/>
              <a:chOff x="-1207314" y="2943995"/>
              <a:chExt cx="755653" cy="720080"/>
            </a:xfrm>
          </p:grpSpPr>
          <p:sp>
            <p:nvSpPr>
              <p:cNvPr id="1599" name="현 17">
                <a:extLst>
                  <a:ext uri="{FF2B5EF4-FFF2-40B4-BE49-F238E27FC236}">
                    <a16:creationId xmlns:a16="http://schemas.microsoft.com/office/drawing/2014/main" id="{507EA9A7-E2D5-0DDE-202E-A284FB588588}"/>
                  </a:ext>
                </a:extLst>
              </p:cNvPr>
              <p:cNvSpPr/>
              <p:nvPr/>
            </p:nvSpPr>
            <p:spPr>
              <a:xfrm rot="6802860">
                <a:off x="-910900" y="2939535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00" name="타원 3">
                <a:extLst>
                  <a:ext uri="{FF2B5EF4-FFF2-40B4-BE49-F238E27FC236}">
                    <a16:creationId xmlns:a16="http://schemas.microsoft.com/office/drawing/2014/main" id="{0D263CB9-A8CB-39A6-922A-03051ECF1E9D}"/>
                  </a:ext>
                </a:extLst>
              </p:cNvPr>
              <p:cNvSpPr/>
              <p:nvPr/>
            </p:nvSpPr>
            <p:spPr>
              <a:xfrm>
                <a:off x="-1090381" y="3062175"/>
                <a:ext cx="514740" cy="485709"/>
              </a:xfrm>
              <a:prstGeom prst="ellips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300" dirty="0"/>
              </a:p>
            </p:txBody>
          </p:sp>
          <p:sp>
            <p:nvSpPr>
              <p:cNvPr id="1601" name="현 1600">
                <a:extLst>
                  <a:ext uri="{FF2B5EF4-FFF2-40B4-BE49-F238E27FC236}">
                    <a16:creationId xmlns:a16="http://schemas.microsoft.com/office/drawing/2014/main" id="{536989C7-F072-7E5B-40E5-0C14BA3B413C}"/>
                  </a:ext>
                </a:extLst>
              </p:cNvPr>
              <p:cNvSpPr/>
              <p:nvPr/>
            </p:nvSpPr>
            <p:spPr>
              <a:xfrm rot="17541756">
                <a:off x="-900560" y="3510377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02" name="현 21">
                <a:extLst>
                  <a:ext uri="{FF2B5EF4-FFF2-40B4-BE49-F238E27FC236}">
                    <a16:creationId xmlns:a16="http://schemas.microsoft.com/office/drawing/2014/main" id="{3ED67502-74CA-9DD8-CADF-B0A91402E460}"/>
                  </a:ext>
                </a:extLst>
              </p:cNvPr>
              <p:cNvSpPr/>
              <p:nvPr/>
            </p:nvSpPr>
            <p:spPr>
              <a:xfrm rot="8812624">
                <a:off x="-736327" y="2991503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03" name="현 10">
                <a:extLst>
                  <a:ext uri="{FF2B5EF4-FFF2-40B4-BE49-F238E27FC236}">
                    <a16:creationId xmlns:a16="http://schemas.microsoft.com/office/drawing/2014/main" id="{230101F1-8565-651B-96FE-FA67D70E7B66}"/>
                  </a:ext>
                </a:extLst>
              </p:cNvPr>
              <p:cNvSpPr/>
              <p:nvPr/>
            </p:nvSpPr>
            <p:spPr>
              <a:xfrm rot="19551520">
                <a:off x="-1088844" y="3468382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04" name="현 11">
                <a:extLst>
                  <a:ext uri="{FF2B5EF4-FFF2-40B4-BE49-F238E27FC236}">
                    <a16:creationId xmlns:a16="http://schemas.microsoft.com/office/drawing/2014/main" id="{F00A8B78-590A-5B65-0FD8-FB6463742A53}"/>
                  </a:ext>
                </a:extLst>
              </p:cNvPr>
              <p:cNvSpPr/>
              <p:nvPr/>
            </p:nvSpPr>
            <p:spPr>
              <a:xfrm rot="4598853">
                <a:off x="-1084775" y="2990063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05" name="현 12">
                <a:extLst>
                  <a:ext uri="{FF2B5EF4-FFF2-40B4-BE49-F238E27FC236}">
                    <a16:creationId xmlns:a16="http://schemas.microsoft.com/office/drawing/2014/main" id="{F88FB69C-73BE-D357-D87D-9E8BA80C7530}"/>
                  </a:ext>
                </a:extLst>
              </p:cNvPr>
              <p:cNvSpPr/>
              <p:nvPr/>
            </p:nvSpPr>
            <p:spPr>
              <a:xfrm rot="13056281">
                <a:off x="-609819" y="3297904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06" name="현 13">
                <a:extLst>
                  <a:ext uri="{FF2B5EF4-FFF2-40B4-BE49-F238E27FC236}">
                    <a16:creationId xmlns:a16="http://schemas.microsoft.com/office/drawing/2014/main" id="{FDA6A9BB-5834-7C33-544C-1B695AA58C06}"/>
                  </a:ext>
                </a:extLst>
              </p:cNvPr>
              <p:cNvSpPr/>
              <p:nvPr/>
            </p:nvSpPr>
            <p:spPr>
              <a:xfrm rot="10800000">
                <a:off x="-629881" y="3118328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07" name="현 14">
                <a:extLst>
                  <a:ext uri="{FF2B5EF4-FFF2-40B4-BE49-F238E27FC236}">
                    <a16:creationId xmlns:a16="http://schemas.microsoft.com/office/drawing/2014/main" id="{C39E8CAF-9053-042D-3A98-0CBD5F48E8A5}"/>
                  </a:ext>
                </a:extLst>
              </p:cNvPr>
              <p:cNvSpPr/>
              <p:nvPr/>
            </p:nvSpPr>
            <p:spPr>
              <a:xfrm rot="253893">
                <a:off x="-1207314" y="3323711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08" name="현 15">
                <a:extLst>
                  <a:ext uri="{FF2B5EF4-FFF2-40B4-BE49-F238E27FC236}">
                    <a16:creationId xmlns:a16="http://schemas.microsoft.com/office/drawing/2014/main" id="{30868382-EF28-69B6-5882-ECC1C6F6AB42}"/>
                  </a:ext>
                </a:extLst>
              </p:cNvPr>
              <p:cNvSpPr/>
              <p:nvPr/>
            </p:nvSpPr>
            <p:spPr>
              <a:xfrm rot="14987951">
                <a:off x="-702437" y="3445385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09" name="현 16">
                <a:extLst>
                  <a:ext uri="{FF2B5EF4-FFF2-40B4-BE49-F238E27FC236}">
                    <a16:creationId xmlns:a16="http://schemas.microsoft.com/office/drawing/2014/main" id="{089F25A0-AFAF-5194-6D0F-58E3024F4289}"/>
                  </a:ext>
                </a:extLst>
              </p:cNvPr>
              <p:cNvSpPr/>
              <p:nvPr/>
            </p:nvSpPr>
            <p:spPr>
              <a:xfrm rot="2514970">
                <a:off x="-1202011" y="3138104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10" name="TextBox 5">
                <a:extLst>
                  <a:ext uri="{FF2B5EF4-FFF2-40B4-BE49-F238E27FC236}">
                    <a16:creationId xmlns:a16="http://schemas.microsoft.com/office/drawing/2014/main" id="{B8FDB900-AAD5-D0BC-F10C-E45D7BE9C455}"/>
                  </a:ext>
                </a:extLst>
              </p:cNvPr>
              <p:cNvSpPr txBox="1"/>
              <p:nvPr/>
            </p:nvSpPr>
            <p:spPr>
              <a:xfrm>
                <a:off x="-1024079" y="3066122"/>
                <a:ext cx="3898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dirty="0"/>
                  <a:t>40</a:t>
                </a:r>
              </a:p>
              <a:p>
                <a:pPr algn="ctr"/>
                <a:r>
                  <a:rPr lang="ko-KR" altLang="en-US" sz="800" dirty="0"/>
                  <a:t>혼주</a:t>
                </a:r>
                <a:endParaRPr lang="en-US" altLang="ko-KR" sz="800" dirty="0"/>
              </a:p>
              <a:p>
                <a:pPr algn="ctr"/>
                <a:r>
                  <a:rPr lang="ko-KR" altLang="en-US" sz="800" dirty="0"/>
                  <a:t>하객</a:t>
                </a:r>
                <a:endParaRPr lang="en-US" altLang="ko-KR" sz="800" dirty="0"/>
              </a:p>
            </p:txBody>
          </p:sp>
        </p:grpSp>
      </p:grpSp>
      <p:grpSp>
        <p:nvGrpSpPr>
          <p:cNvPr id="1752" name="그룹 1751">
            <a:extLst>
              <a:ext uri="{FF2B5EF4-FFF2-40B4-BE49-F238E27FC236}">
                <a16:creationId xmlns:a16="http://schemas.microsoft.com/office/drawing/2014/main" id="{B4631BFE-D8DD-F5B4-F3B4-7443B6898BCA}"/>
              </a:ext>
            </a:extLst>
          </p:cNvPr>
          <p:cNvGrpSpPr/>
          <p:nvPr/>
        </p:nvGrpSpPr>
        <p:grpSpPr>
          <a:xfrm>
            <a:off x="2571284" y="4719439"/>
            <a:ext cx="4738421" cy="720080"/>
            <a:chOff x="2571284" y="3310108"/>
            <a:chExt cx="4738421" cy="720080"/>
          </a:xfrm>
        </p:grpSpPr>
        <p:sp>
          <p:nvSpPr>
            <p:cNvPr id="1753" name="TextBox 5">
              <a:extLst>
                <a:ext uri="{FF2B5EF4-FFF2-40B4-BE49-F238E27FC236}">
                  <a16:creationId xmlns:a16="http://schemas.microsoft.com/office/drawing/2014/main" id="{21A3CF65-82B8-E05E-C522-073624B7427C}"/>
                </a:ext>
              </a:extLst>
            </p:cNvPr>
            <p:cNvSpPr txBox="1"/>
            <p:nvPr/>
          </p:nvSpPr>
          <p:spPr>
            <a:xfrm>
              <a:off x="2727818" y="3506557"/>
              <a:ext cx="5325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>
                  <a:solidFill>
                    <a:schemeClr val="bg1"/>
                  </a:solidFill>
                </a:rPr>
                <a:t>4.(</a:t>
              </a:r>
              <a:r>
                <a:rPr lang="ko-KR" altLang="en-US" sz="800" dirty="0">
                  <a:solidFill>
                    <a:schemeClr val="bg1"/>
                  </a:solidFill>
                </a:rPr>
                <a:t>신랑</a:t>
              </a:r>
              <a:r>
                <a:rPr lang="en-US" altLang="ko-KR" sz="800" dirty="0">
                  <a:solidFill>
                    <a:schemeClr val="bg1"/>
                  </a:solidFill>
                </a:rPr>
                <a:t>)</a:t>
              </a:r>
            </a:p>
            <a:p>
              <a:r>
                <a:rPr lang="ko-KR" altLang="en-US" sz="800" dirty="0">
                  <a:solidFill>
                    <a:schemeClr val="bg1"/>
                  </a:solidFill>
                </a:rPr>
                <a:t>가족</a:t>
              </a:r>
            </a:p>
          </p:txBody>
        </p:sp>
        <p:grpSp>
          <p:nvGrpSpPr>
            <p:cNvPr id="1754" name="그룹 1753">
              <a:extLst>
                <a:ext uri="{FF2B5EF4-FFF2-40B4-BE49-F238E27FC236}">
                  <a16:creationId xmlns:a16="http://schemas.microsoft.com/office/drawing/2014/main" id="{73467470-E808-325C-ACB1-7F6D05283687}"/>
                </a:ext>
              </a:extLst>
            </p:cNvPr>
            <p:cNvGrpSpPr/>
            <p:nvPr/>
          </p:nvGrpSpPr>
          <p:grpSpPr>
            <a:xfrm>
              <a:off x="2571284" y="3310108"/>
              <a:ext cx="755653" cy="720080"/>
              <a:chOff x="-1207314" y="2943995"/>
              <a:chExt cx="755653" cy="720080"/>
            </a:xfrm>
          </p:grpSpPr>
          <p:sp>
            <p:nvSpPr>
              <p:cNvPr id="1820" name="현 17">
                <a:extLst>
                  <a:ext uri="{FF2B5EF4-FFF2-40B4-BE49-F238E27FC236}">
                    <a16:creationId xmlns:a16="http://schemas.microsoft.com/office/drawing/2014/main" id="{A5DE935E-AE70-E8AF-1648-0C4070E7DBAB}"/>
                  </a:ext>
                </a:extLst>
              </p:cNvPr>
              <p:cNvSpPr/>
              <p:nvPr/>
            </p:nvSpPr>
            <p:spPr>
              <a:xfrm rot="6802860">
                <a:off x="-910900" y="2939535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1" name="타원 3">
                <a:extLst>
                  <a:ext uri="{FF2B5EF4-FFF2-40B4-BE49-F238E27FC236}">
                    <a16:creationId xmlns:a16="http://schemas.microsoft.com/office/drawing/2014/main" id="{8786D55D-48BA-28F7-B0A3-C92EDEAEB0FE}"/>
                  </a:ext>
                </a:extLst>
              </p:cNvPr>
              <p:cNvSpPr/>
              <p:nvPr/>
            </p:nvSpPr>
            <p:spPr>
              <a:xfrm>
                <a:off x="-1090381" y="3062175"/>
                <a:ext cx="514740" cy="485709"/>
              </a:xfrm>
              <a:prstGeom prst="ellips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300" dirty="0"/>
              </a:p>
            </p:txBody>
          </p:sp>
          <p:sp>
            <p:nvSpPr>
              <p:cNvPr id="1822" name="현 1821">
                <a:extLst>
                  <a:ext uri="{FF2B5EF4-FFF2-40B4-BE49-F238E27FC236}">
                    <a16:creationId xmlns:a16="http://schemas.microsoft.com/office/drawing/2014/main" id="{A4012E98-2CB8-368C-B7E1-51DADB8EC2BE}"/>
                  </a:ext>
                </a:extLst>
              </p:cNvPr>
              <p:cNvSpPr/>
              <p:nvPr/>
            </p:nvSpPr>
            <p:spPr>
              <a:xfrm rot="17541756">
                <a:off x="-900560" y="3510377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3" name="현 21">
                <a:extLst>
                  <a:ext uri="{FF2B5EF4-FFF2-40B4-BE49-F238E27FC236}">
                    <a16:creationId xmlns:a16="http://schemas.microsoft.com/office/drawing/2014/main" id="{69A5C726-9022-9A46-B263-000D3D134C8A}"/>
                  </a:ext>
                </a:extLst>
              </p:cNvPr>
              <p:cNvSpPr/>
              <p:nvPr/>
            </p:nvSpPr>
            <p:spPr>
              <a:xfrm rot="8812624">
                <a:off x="-736327" y="2991503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4" name="현 10">
                <a:extLst>
                  <a:ext uri="{FF2B5EF4-FFF2-40B4-BE49-F238E27FC236}">
                    <a16:creationId xmlns:a16="http://schemas.microsoft.com/office/drawing/2014/main" id="{26F5E9D4-410A-C36F-520F-B6CEB66965BF}"/>
                  </a:ext>
                </a:extLst>
              </p:cNvPr>
              <p:cNvSpPr/>
              <p:nvPr/>
            </p:nvSpPr>
            <p:spPr>
              <a:xfrm rot="19551520">
                <a:off x="-1088844" y="3468382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5" name="현 11">
                <a:extLst>
                  <a:ext uri="{FF2B5EF4-FFF2-40B4-BE49-F238E27FC236}">
                    <a16:creationId xmlns:a16="http://schemas.microsoft.com/office/drawing/2014/main" id="{2C62418E-D75D-E85E-3978-5BC2B47983B8}"/>
                  </a:ext>
                </a:extLst>
              </p:cNvPr>
              <p:cNvSpPr/>
              <p:nvPr/>
            </p:nvSpPr>
            <p:spPr>
              <a:xfrm rot="4598853">
                <a:off x="-1084775" y="2990063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6" name="현 12">
                <a:extLst>
                  <a:ext uri="{FF2B5EF4-FFF2-40B4-BE49-F238E27FC236}">
                    <a16:creationId xmlns:a16="http://schemas.microsoft.com/office/drawing/2014/main" id="{465F0534-D9D4-1CF6-F420-6B6591D7F449}"/>
                  </a:ext>
                </a:extLst>
              </p:cNvPr>
              <p:cNvSpPr/>
              <p:nvPr/>
            </p:nvSpPr>
            <p:spPr>
              <a:xfrm rot="13056281">
                <a:off x="-609819" y="3297904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7" name="현 13">
                <a:extLst>
                  <a:ext uri="{FF2B5EF4-FFF2-40B4-BE49-F238E27FC236}">
                    <a16:creationId xmlns:a16="http://schemas.microsoft.com/office/drawing/2014/main" id="{C6B8C690-0544-7812-570E-254580B01D36}"/>
                  </a:ext>
                </a:extLst>
              </p:cNvPr>
              <p:cNvSpPr/>
              <p:nvPr/>
            </p:nvSpPr>
            <p:spPr>
              <a:xfrm rot="10800000">
                <a:off x="-629881" y="3118328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8" name="현 14">
                <a:extLst>
                  <a:ext uri="{FF2B5EF4-FFF2-40B4-BE49-F238E27FC236}">
                    <a16:creationId xmlns:a16="http://schemas.microsoft.com/office/drawing/2014/main" id="{4614A866-30A6-B13F-3EBB-ADAE94C4E23F}"/>
                  </a:ext>
                </a:extLst>
              </p:cNvPr>
              <p:cNvSpPr/>
              <p:nvPr/>
            </p:nvSpPr>
            <p:spPr>
              <a:xfrm rot="253893">
                <a:off x="-1207314" y="3323711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9" name="현 15">
                <a:extLst>
                  <a:ext uri="{FF2B5EF4-FFF2-40B4-BE49-F238E27FC236}">
                    <a16:creationId xmlns:a16="http://schemas.microsoft.com/office/drawing/2014/main" id="{677984E5-8DBE-8708-A9BB-588DD6D30F7C}"/>
                  </a:ext>
                </a:extLst>
              </p:cNvPr>
              <p:cNvSpPr/>
              <p:nvPr/>
            </p:nvSpPr>
            <p:spPr>
              <a:xfrm rot="14987951">
                <a:off x="-702437" y="3445385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0" name="현 16">
                <a:extLst>
                  <a:ext uri="{FF2B5EF4-FFF2-40B4-BE49-F238E27FC236}">
                    <a16:creationId xmlns:a16="http://schemas.microsoft.com/office/drawing/2014/main" id="{B8B8D444-8E77-F05A-EE12-BA191C58B4DE}"/>
                  </a:ext>
                </a:extLst>
              </p:cNvPr>
              <p:cNvSpPr/>
              <p:nvPr/>
            </p:nvSpPr>
            <p:spPr>
              <a:xfrm rot="2514970">
                <a:off x="-1202011" y="3138104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1" name="TextBox 5">
                <a:extLst>
                  <a:ext uri="{FF2B5EF4-FFF2-40B4-BE49-F238E27FC236}">
                    <a16:creationId xmlns:a16="http://schemas.microsoft.com/office/drawing/2014/main" id="{6CAF8349-32FB-64BB-1CC0-B23C28E8AC2E}"/>
                  </a:ext>
                </a:extLst>
              </p:cNvPr>
              <p:cNvSpPr txBox="1"/>
              <p:nvPr/>
            </p:nvSpPr>
            <p:spPr>
              <a:xfrm>
                <a:off x="-1024079" y="3066122"/>
                <a:ext cx="3898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dirty="0"/>
                  <a:t>6</a:t>
                </a:r>
              </a:p>
              <a:p>
                <a:pPr algn="ctr"/>
                <a:r>
                  <a:rPr lang="ko-KR" altLang="en-US" sz="800" dirty="0"/>
                  <a:t>신랑</a:t>
                </a:r>
                <a:endParaRPr lang="en-US" altLang="ko-KR" sz="800" dirty="0"/>
              </a:p>
              <a:p>
                <a:pPr algn="ctr"/>
                <a:r>
                  <a:rPr lang="ko-KR" altLang="en-US" sz="800" dirty="0"/>
                  <a:t>가족</a:t>
                </a:r>
                <a:endParaRPr lang="en-US" altLang="ko-KR" sz="800" dirty="0"/>
              </a:p>
            </p:txBody>
          </p:sp>
        </p:grpSp>
        <p:grpSp>
          <p:nvGrpSpPr>
            <p:cNvPr id="1755" name="그룹 1754">
              <a:extLst>
                <a:ext uri="{FF2B5EF4-FFF2-40B4-BE49-F238E27FC236}">
                  <a16:creationId xmlns:a16="http://schemas.microsoft.com/office/drawing/2014/main" id="{AAFBFCAF-B7A1-860D-C3AD-9347CC40B92C}"/>
                </a:ext>
              </a:extLst>
            </p:cNvPr>
            <p:cNvGrpSpPr/>
            <p:nvPr/>
          </p:nvGrpSpPr>
          <p:grpSpPr>
            <a:xfrm>
              <a:off x="3369509" y="3310108"/>
              <a:ext cx="755653" cy="720080"/>
              <a:chOff x="-1207314" y="2943995"/>
              <a:chExt cx="755653" cy="720080"/>
            </a:xfrm>
          </p:grpSpPr>
          <p:sp>
            <p:nvSpPr>
              <p:cNvPr id="1808" name="현 17">
                <a:extLst>
                  <a:ext uri="{FF2B5EF4-FFF2-40B4-BE49-F238E27FC236}">
                    <a16:creationId xmlns:a16="http://schemas.microsoft.com/office/drawing/2014/main" id="{E5B818AD-B90C-9BAD-332F-EF22F96BB10C}"/>
                  </a:ext>
                </a:extLst>
              </p:cNvPr>
              <p:cNvSpPr/>
              <p:nvPr/>
            </p:nvSpPr>
            <p:spPr>
              <a:xfrm rot="6802860">
                <a:off x="-910900" y="2939535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9" name="타원 3">
                <a:extLst>
                  <a:ext uri="{FF2B5EF4-FFF2-40B4-BE49-F238E27FC236}">
                    <a16:creationId xmlns:a16="http://schemas.microsoft.com/office/drawing/2014/main" id="{416028C8-A268-D221-CEAC-5E24FB8AC8D0}"/>
                  </a:ext>
                </a:extLst>
              </p:cNvPr>
              <p:cNvSpPr/>
              <p:nvPr/>
            </p:nvSpPr>
            <p:spPr>
              <a:xfrm>
                <a:off x="-1090381" y="3062175"/>
                <a:ext cx="514740" cy="485709"/>
              </a:xfrm>
              <a:prstGeom prst="ellips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300" dirty="0"/>
              </a:p>
            </p:txBody>
          </p:sp>
          <p:sp>
            <p:nvSpPr>
              <p:cNvPr id="1810" name="현 1809">
                <a:extLst>
                  <a:ext uri="{FF2B5EF4-FFF2-40B4-BE49-F238E27FC236}">
                    <a16:creationId xmlns:a16="http://schemas.microsoft.com/office/drawing/2014/main" id="{30F0782B-14BC-BE2C-6973-FB9A012EAF69}"/>
                  </a:ext>
                </a:extLst>
              </p:cNvPr>
              <p:cNvSpPr/>
              <p:nvPr/>
            </p:nvSpPr>
            <p:spPr>
              <a:xfrm rot="17541756">
                <a:off x="-900560" y="3510377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1" name="현 21">
                <a:extLst>
                  <a:ext uri="{FF2B5EF4-FFF2-40B4-BE49-F238E27FC236}">
                    <a16:creationId xmlns:a16="http://schemas.microsoft.com/office/drawing/2014/main" id="{0C58A621-D5C5-B38A-86BE-D0A6C99D8098}"/>
                  </a:ext>
                </a:extLst>
              </p:cNvPr>
              <p:cNvSpPr/>
              <p:nvPr/>
            </p:nvSpPr>
            <p:spPr>
              <a:xfrm rot="8812624">
                <a:off x="-736327" y="2991503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2" name="현 10">
                <a:extLst>
                  <a:ext uri="{FF2B5EF4-FFF2-40B4-BE49-F238E27FC236}">
                    <a16:creationId xmlns:a16="http://schemas.microsoft.com/office/drawing/2014/main" id="{8850253F-5D1A-7454-7955-8862492B5920}"/>
                  </a:ext>
                </a:extLst>
              </p:cNvPr>
              <p:cNvSpPr/>
              <p:nvPr/>
            </p:nvSpPr>
            <p:spPr>
              <a:xfrm rot="19551520">
                <a:off x="-1088844" y="3468382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3" name="현 11">
                <a:extLst>
                  <a:ext uri="{FF2B5EF4-FFF2-40B4-BE49-F238E27FC236}">
                    <a16:creationId xmlns:a16="http://schemas.microsoft.com/office/drawing/2014/main" id="{A7CD6D79-DE79-9379-EEFF-0C0433DAC4C1}"/>
                  </a:ext>
                </a:extLst>
              </p:cNvPr>
              <p:cNvSpPr/>
              <p:nvPr/>
            </p:nvSpPr>
            <p:spPr>
              <a:xfrm rot="4598853">
                <a:off x="-1084775" y="2990063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4" name="현 12">
                <a:extLst>
                  <a:ext uri="{FF2B5EF4-FFF2-40B4-BE49-F238E27FC236}">
                    <a16:creationId xmlns:a16="http://schemas.microsoft.com/office/drawing/2014/main" id="{F42B2730-806A-CE0E-2502-83CCE8693F3F}"/>
                  </a:ext>
                </a:extLst>
              </p:cNvPr>
              <p:cNvSpPr/>
              <p:nvPr/>
            </p:nvSpPr>
            <p:spPr>
              <a:xfrm rot="13056281">
                <a:off x="-609819" y="3297904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5" name="현 13">
                <a:extLst>
                  <a:ext uri="{FF2B5EF4-FFF2-40B4-BE49-F238E27FC236}">
                    <a16:creationId xmlns:a16="http://schemas.microsoft.com/office/drawing/2014/main" id="{DE17B21D-71B1-8DC4-1862-C8E3417FE53D}"/>
                  </a:ext>
                </a:extLst>
              </p:cNvPr>
              <p:cNvSpPr/>
              <p:nvPr/>
            </p:nvSpPr>
            <p:spPr>
              <a:xfrm rot="10800000">
                <a:off x="-629881" y="3118328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6" name="현 14">
                <a:extLst>
                  <a:ext uri="{FF2B5EF4-FFF2-40B4-BE49-F238E27FC236}">
                    <a16:creationId xmlns:a16="http://schemas.microsoft.com/office/drawing/2014/main" id="{A1E76A6A-763E-4DB5-D488-7547D3B3D2BD}"/>
                  </a:ext>
                </a:extLst>
              </p:cNvPr>
              <p:cNvSpPr/>
              <p:nvPr/>
            </p:nvSpPr>
            <p:spPr>
              <a:xfrm rot="253893">
                <a:off x="-1207314" y="3323711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7" name="현 15">
                <a:extLst>
                  <a:ext uri="{FF2B5EF4-FFF2-40B4-BE49-F238E27FC236}">
                    <a16:creationId xmlns:a16="http://schemas.microsoft.com/office/drawing/2014/main" id="{1E9CA13D-37A7-EF8F-4290-A2450841C072}"/>
                  </a:ext>
                </a:extLst>
              </p:cNvPr>
              <p:cNvSpPr/>
              <p:nvPr/>
            </p:nvSpPr>
            <p:spPr>
              <a:xfrm rot="14987951">
                <a:off x="-702437" y="3445385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8" name="현 16">
                <a:extLst>
                  <a:ext uri="{FF2B5EF4-FFF2-40B4-BE49-F238E27FC236}">
                    <a16:creationId xmlns:a16="http://schemas.microsoft.com/office/drawing/2014/main" id="{A21C75CC-85B4-D7EC-C0C4-FAE0C9618881}"/>
                  </a:ext>
                </a:extLst>
              </p:cNvPr>
              <p:cNvSpPr/>
              <p:nvPr/>
            </p:nvSpPr>
            <p:spPr>
              <a:xfrm rot="2514970">
                <a:off x="-1202011" y="3138104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9" name="TextBox 5">
                <a:extLst>
                  <a:ext uri="{FF2B5EF4-FFF2-40B4-BE49-F238E27FC236}">
                    <a16:creationId xmlns:a16="http://schemas.microsoft.com/office/drawing/2014/main" id="{294FBCFF-1396-4E6A-4E16-FC74A9861DA2}"/>
                  </a:ext>
                </a:extLst>
              </p:cNvPr>
              <p:cNvSpPr txBox="1"/>
              <p:nvPr/>
            </p:nvSpPr>
            <p:spPr>
              <a:xfrm>
                <a:off x="-1024079" y="3066122"/>
                <a:ext cx="3898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dirty="0"/>
                  <a:t>13</a:t>
                </a:r>
              </a:p>
              <a:p>
                <a:pPr algn="ctr"/>
                <a:r>
                  <a:rPr lang="ko-KR" altLang="en-US" sz="800" dirty="0"/>
                  <a:t>혼주</a:t>
                </a:r>
                <a:endParaRPr lang="en-US" altLang="ko-KR" sz="800" dirty="0"/>
              </a:p>
              <a:p>
                <a:pPr algn="ctr"/>
                <a:r>
                  <a:rPr lang="ko-KR" altLang="en-US" sz="800" dirty="0"/>
                  <a:t>하객</a:t>
                </a:r>
                <a:endParaRPr lang="en-US" altLang="ko-KR" sz="800" dirty="0"/>
              </a:p>
            </p:txBody>
          </p:sp>
        </p:grpSp>
        <p:grpSp>
          <p:nvGrpSpPr>
            <p:cNvPr id="1756" name="그룹 1755">
              <a:extLst>
                <a:ext uri="{FF2B5EF4-FFF2-40B4-BE49-F238E27FC236}">
                  <a16:creationId xmlns:a16="http://schemas.microsoft.com/office/drawing/2014/main" id="{16180357-35B7-39B9-46DD-7E58F80453A0}"/>
                </a:ext>
              </a:extLst>
            </p:cNvPr>
            <p:cNvGrpSpPr/>
            <p:nvPr/>
          </p:nvGrpSpPr>
          <p:grpSpPr>
            <a:xfrm>
              <a:off x="4162946" y="3310108"/>
              <a:ext cx="755653" cy="720080"/>
              <a:chOff x="-1207314" y="2943995"/>
              <a:chExt cx="755653" cy="720080"/>
            </a:xfrm>
          </p:grpSpPr>
          <p:sp>
            <p:nvSpPr>
              <p:cNvPr id="1796" name="현 17">
                <a:extLst>
                  <a:ext uri="{FF2B5EF4-FFF2-40B4-BE49-F238E27FC236}">
                    <a16:creationId xmlns:a16="http://schemas.microsoft.com/office/drawing/2014/main" id="{F0B6595F-BC21-7297-C3EC-913EB2361328}"/>
                  </a:ext>
                </a:extLst>
              </p:cNvPr>
              <p:cNvSpPr/>
              <p:nvPr/>
            </p:nvSpPr>
            <p:spPr>
              <a:xfrm rot="6802860">
                <a:off x="-910900" y="2939535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7" name="타원 3">
                <a:extLst>
                  <a:ext uri="{FF2B5EF4-FFF2-40B4-BE49-F238E27FC236}">
                    <a16:creationId xmlns:a16="http://schemas.microsoft.com/office/drawing/2014/main" id="{9C9A5F2A-3F29-F70B-E97B-B3E75115AF47}"/>
                  </a:ext>
                </a:extLst>
              </p:cNvPr>
              <p:cNvSpPr/>
              <p:nvPr/>
            </p:nvSpPr>
            <p:spPr>
              <a:xfrm>
                <a:off x="-1090381" y="3062175"/>
                <a:ext cx="514740" cy="485709"/>
              </a:xfrm>
              <a:prstGeom prst="ellips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300" dirty="0"/>
              </a:p>
            </p:txBody>
          </p:sp>
          <p:sp>
            <p:nvSpPr>
              <p:cNvPr id="1798" name="현 1797">
                <a:extLst>
                  <a:ext uri="{FF2B5EF4-FFF2-40B4-BE49-F238E27FC236}">
                    <a16:creationId xmlns:a16="http://schemas.microsoft.com/office/drawing/2014/main" id="{E4126360-D781-7530-2C58-BCB0B3196893}"/>
                  </a:ext>
                </a:extLst>
              </p:cNvPr>
              <p:cNvSpPr/>
              <p:nvPr/>
            </p:nvSpPr>
            <p:spPr>
              <a:xfrm rot="17541756">
                <a:off x="-900560" y="3510377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9" name="현 21">
                <a:extLst>
                  <a:ext uri="{FF2B5EF4-FFF2-40B4-BE49-F238E27FC236}">
                    <a16:creationId xmlns:a16="http://schemas.microsoft.com/office/drawing/2014/main" id="{9292ADD1-6406-0A93-91C7-1E4EAF9E8248}"/>
                  </a:ext>
                </a:extLst>
              </p:cNvPr>
              <p:cNvSpPr/>
              <p:nvPr/>
            </p:nvSpPr>
            <p:spPr>
              <a:xfrm rot="8812624">
                <a:off x="-736327" y="2991503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0" name="현 10">
                <a:extLst>
                  <a:ext uri="{FF2B5EF4-FFF2-40B4-BE49-F238E27FC236}">
                    <a16:creationId xmlns:a16="http://schemas.microsoft.com/office/drawing/2014/main" id="{5B85705F-BF6E-79E5-E4B0-A9CAB2F6446B}"/>
                  </a:ext>
                </a:extLst>
              </p:cNvPr>
              <p:cNvSpPr/>
              <p:nvPr/>
            </p:nvSpPr>
            <p:spPr>
              <a:xfrm rot="19551520">
                <a:off x="-1088844" y="3468382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1" name="현 11">
                <a:extLst>
                  <a:ext uri="{FF2B5EF4-FFF2-40B4-BE49-F238E27FC236}">
                    <a16:creationId xmlns:a16="http://schemas.microsoft.com/office/drawing/2014/main" id="{AD3ECB43-7470-442D-38C4-E3F8A0B2B07B}"/>
                  </a:ext>
                </a:extLst>
              </p:cNvPr>
              <p:cNvSpPr/>
              <p:nvPr/>
            </p:nvSpPr>
            <p:spPr>
              <a:xfrm rot="4598853">
                <a:off x="-1084775" y="2990063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2" name="현 12">
                <a:extLst>
                  <a:ext uri="{FF2B5EF4-FFF2-40B4-BE49-F238E27FC236}">
                    <a16:creationId xmlns:a16="http://schemas.microsoft.com/office/drawing/2014/main" id="{160C6F59-F11F-2ACC-0158-01C844EB2FB2}"/>
                  </a:ext>
                </a:extLst>
              </p:cNvPr>
              <p:cNvSpPr/>
              <p:nvPr/>
            </p:nvSpPr>
            <p:spPr>
              <a:xfrm rot="13056281">
                <a:off x="-609819" y="3297904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3" name="현 13">
                <a:extLst>
                  <a:ext uri="{FF2B5EF4-FFF2-40B4-BE49-F238E27FC236}">
                    <a16:creationId xmlns:a16="http://schemas.microsoft.com/office/drawing/2014/main" id="{C6BE7406-A793-B886-55FD-40EC301EE30A}"/>
                  </a:ext>
                </a:extLst>
              </p:cNvPr>
              <p:cNvSpPr/>
              <p:nvPr/>
            </p:nvSpPr>
            <p:spPr>
              <a:xfrm rot="10800000">
                <a:off x="-629881" y="3118328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4" name="현 14">
                <a:extLst>
                  <a:ext uri="{FF2B5EF4-FFF2-40B4-BE49-F238E27FC236}">
                    <a16:creationId xmlns:a16="http://schemas.microsoft.com/office/drawing/2014/main" id="{AEA9F960-AFB1-CCEA-D904-4BB2BD70065A}"/>
                  </a:ext>
                </a:extLst>
              </p:cNvPr>
              <p:cNvSpPr/>
              <p:nvPr/>
            </p:nvSpPr>
            <p:spPr>
              <a:xfrm rot="253893">
                <a:off x="-1207314" y="3323711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5" name="현 15">
                <a:extLst>
                  <a:ext uri="{FF2B5EF4-FFF2-40B4-BE49-F238E27FC236}">
                    <a16:creationId xmlns:a16="http://schemas.microsoft.com/office/drawing/2014/main" id="{EADEB4B8-AA1D-F558-868F-068C0163F21A}"/>
                  </a:ext>
                </a:extLst>
              </p:cNvPr>
              <p:cNvSpPr/>
              <p:nvPr/>
            </p:nvSpPr>
            <p:spPr>
              <a:xfrm rot="14987951">
                <a:off x="-702437" y="3445385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6" name="현 16">
                <a:extLst>
                  <a:ext uri="{FF2B5EF4-FFF2-40B4-BE49-F238E27FC236}">
                    <a16:creationId xmlns:a16="http://schemas.microsoft.com/office/drawing/2014/main" id="{A41FFAB6-77AC-33C3-3447-E56AC6488E2D}"/>
                  </a:ext>
                </a:extLst>
              </p:cNvPr>
              <p:cNvSpPr/>
              <p:nvPr/>
            </p:nvSpPr>
            <p:spPr>
              <a:xfrm rot="2514970">
                <a:off x="-1202011" y="3138104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7" name="TextBox 5">
                <a:extLst>
                  <a:ext uri="{FF2B5EF4-FFF2-40B4-BE49-F238E27FC236}">
                    <a16:creationId xmlns:a16="http://schemas.microsoft.com/office/drawing/2014/main" id="{478C5383-036A-8B47-D83A-5A2D9C6C60F2}"/>
                  </a:ext>
                </a:extLst>
              </p:cNvPr>
              <p:cNvSpPr txBox="1"/>
              <p:nvPr/>
            </p:nvSpPr>
            <p:spPr>
              <a:xfrm>
                <a:off x="-1024079" y="3066122"/>
                <a:ext cx="3898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dirty="0"/>
                  <a:t>20</a:t>
                </a:r>
              </a:p>
              <a:p>
                <a:pPr algn="ctr"/>
                <a:r>
                  <a:rPr lang="ko-KR" altLang="en-US" sz="800" dirty="0"/>
                  <a:t>혼주</a:t>
                </a:r>
                <a:endParaRPr lang="en-US" altLang="ko-KR" sz="800" dirty="0"/>
              </a:p>
              <a:p>
                <a:pPr algn="ctr"/>
                <a:r>
                  <a:rPr lang="ko-KR" altLang="en-US" sz="800" dirty="0"/>
                  <a:t>하객</a:t>
                </a:r>
                <a:endParaRPr lang="en-US" altLang="ko-KR" sz="800" dirty="0"/>
              </a:p>
            </p:txBody>
          </p:sp>
        </p:grpSp>
        <p:grpSp>
          <p:nvGrpSpPr>
            <p:cNvPr id="1757" name="그룹 1756">
              <a:extLst>
                <a:ext uri="{FF2B5EF4-FFF2-40B4-BE49-F238E27FC236}">
                  <a16:creationId xmlns:a16="http://schemas.microsoft.com/office/drawing/2014/main" id="{570F1D0A-9DF9-D81C-7F52-D6EFEB5C7CF4}"/>
                </a:ext>
              </a:extLst>
            </p:cNvPr>
            <p:cNvGrpSpPr/>
            <p:nvPr/>
          </p:nvGrpSpPr>
          <p:grpSpPr>
            <a:xfrm>
              <a:off x="4961172" y="3310108"/>
              <a:ext cx="755653" cy="720080"/>
              <a:chOff x="-1207314" y="2943995"/>
              <a:chExt cx="755653" cy="720080"/>
            </a:xfrm>
          </p:grpSpPr>
          <p:sp>
            <p:nvSpPr>
              <p:cNvPr id="1784" name="현 17">
                <a:extLst>
                  <a:ext uri="{FF2B5EF4-FFF2-40B4-BE49-F238E27FC236}">
                    <a16:creationId xmlns:a16="http://schemas.microsoft.com/office/drawing/2014/main" id="{24CF3EB4-76F9-F526-1265-E536F1A2694C}"/>
                  </a:ext>
                </a:extLst>
              </p:cNvPr>
              <p:cNvSpPr/>
              <p:nvPr/>
            </p:nvSpPr>
            <p:spPr>
              <a:xfrm rot="6802860">
                <a:off x="-910900" y="2939535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5" name="타원 3">
                <a:extLst>
                  <a:ext uri="{FF2B5EF4-FFF2-40B4-BE49-F238E27FC236}">
                    <a16:creationId xmlns:a16="http://schemas.microsoft.com/office/drawing/2014/main" id="{3DEEB3FF-AA23-F2E1-182E-089B2F184711}"/>
                  </a:ext>
                </a:extLst>
              </p:cNvPr>
              <p:cNvSpPr/>
              <p:nvPr/>
            </p:nvSpPr>
            <p:spPr>
              <a:xfrm>
                <a:off x="-1090381" y="3062175"/>
                <a:ext cx="514740" cy="485709"/>
              </a:xfrm>
              <a:prstGeom prst="ellips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300" dirty="0"/>
              </a:p>
            </p:txBody>
          </p:sp>
          <p:sp>
            <p:nvSpPr>
              <p:cNvPr id="1786" name="현 1785">
                <a:extLst>
                  <a:ext uri="{FF2B5EF4-FFF2-40B4-BE49-F238E27FC236}">
                    <a16:creationId xmlns:a16="http://schemas.microsoft.com/office/drawing/2014/main" id="{D3BFD786-9B71-CC67-31A1-BF57274D418A}"/>
                  </a:ext>
                </a:extLst>
              </p:cNvPr>
              <p:cNvSpPr/>
              <p:nvPr/>
            </p:nvSpPr>
            <p:spPr>
              <a:xfrm rot="17541756">
                <a:off x="-900560" y="3510377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7" name="현 21">
                <a:extLst>
                  <a:ext uri="{FF2B5EF4-FFF2-40B4-BE49-F238E27FC236}">
                    <a16:creationId xmlns:a16="http://schemas.microsoft.com/office/drawing/2014/main" id="{A9A8B0FA-BE8E-0A60-A031-5C8D5F5715FD}"/>
                  </a:ext>
                </a:extLst>
              </p:cNvPr>
              <p:cNvSpPr/>
              <p:nvPr/>
            </p:nvSpPr>
            <p:spPr>
              <a:xfrm rot="8812624">
                <a:off x="-736327" y="2991503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8" name="현 10">
                <a:extLst>
                  <a:ext uri="{FF2B5EF4-FFF2-40B4-BE49-F238E27FC236}">
                    <a16:creationId xmlns:a16="http://schemas.microsoft.com/office/drawing/2014/main" id="{630C113A-1241-C140-4892-62ACCB57B751}"/>
                  </a:ext>
                </a:extLst>
              </p:cNvPr>
              <p:cNvSpPr/>
              <p:nvPr/>
            </p:nvSpPr>
            <p:spPr>
              <a:xfrm rot="19551520">
                <a:off x="-1088844" y="3468382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9" name="현 11">
                <a:extLst>
                  <a:ext uri="{FF2B5EF4-FFF2-40B4-BE49-F238E27FC236}">
                    <a16:creationId xmlns:a16="http://schemas.microsoft.com/office/drawing/2014/main" id="{9D3778F3-27F4-4644-17FB-414367EBE09F}"/>
                  </a:ext>
                </a:extLst>
              </p:cNvPr>
              <p:cNvSpPr/>
              <p:nvPr/>
            </p:nvSpPr>
            <p:spPr>
              <a:xfrm rot="4598853">
                <a:off x="-1084775" y="2990063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0" name="현 12">
                <a:extLst>
                  <a:ext uri="{FF2B5EF4-FFF2-40B4-BE49-F238E27FC236}">
                    <a16:creationId xmlns:a16="http://schemas.microsoft.com/office/drawing/2014/main" id="{E3C9DE2E-3F71-FA91-6A3A-6D53E1F670DB}"/>
                  </a:ext>
                </a:extLst>
              </p:cNvPr>
              <p:cNvSpPr/>
              <p:nvPr/>
            </p:nvSpPr>
            <p:spPr>
              <a:xfrm rot="13056281">
                <a:off x="-609819" y="3297904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1" name="현 13">
                <a:extLst>
                  <a:ext uri="{FF2B5EF4-FFF2-40B4-BE49-F238E27FC236}">
                    <a16:creationId xmlns:a16="http://schemas.microsoft.com/office/drawing/2014/main" id="{7420D1F5-1574-AD3E-98B8-E49A659EBC37}"/>
                  </a:ext>
                </a:extLst>
              </p:cNvPr>
              <p:cNvSpPr/>
              <p:nvPr/>
            </p:nvSpPr>
            <p:spPr>
              <a:xfrm rot="10800000">
                <a:off x="-629881" y="3118328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2" name="현 14">
                <a:extLst>
                  <a:ext uri="{FF2B5EF4-FFF2-40B4-BE49-F238E27FC236}">
                    <a16:creationId xmlns:a16="http://schemas.microsoft.com/office/drawing/2014/main" id="{6472AF98-2461-C546-693E-BE35CF1BE305}"/>
                  </a:ext>
                </a:extLst>
              </p:cNvPr>
              <p:cNvSpPr/>
              <p:nvPr/>
            </p:nvSpPr>
            <p:spPr>
              <a:xfrm rot="253893">
                <a:off x="-1207314" y="3323711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3" name="현 15">
                <a:extLst>
                  <a:ext uri="{FF2B5EF4-FFF2-40B4-BE49-F238E27FC236}">
                    <a16:creationId xmlns:a16="http://schemas.microsoft.com/office/drawing/2014/main" id="{9814D150-2AA7-2096-0013-E2A5A1EAB7E7}"/>
                  </a:ext>
                </a:extLst>
              </p:cNvPr>
              <p:cNvSpPr/>
              <p:nvPr/>
            </p:nvSpPr>
            <p:spPr>
              <a:xfrm rot="14987951">
                <a:off x="-702437" y="3445385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4" name="현 16">
                <a:extLst>
                  <a:ext uri="{FF2B5EF4-FFF2-40B4-BE49-F238E27FC236}">
                    <a16:creationId xmlns:a16="http://schemas.microsoft.com/office/drawing/2014/main" id="{42A74B75-9D8C-9D73-DB58-BBE719B1A19D}"/>
                  </a:ext>
                </a:extLst>
              </p:cNvPr>
              <p:cNvSpPr/>
              <p:nvPr/>
            </p:nvSpPr>
            <p:spPr>
              <a:xfrm rot="2514970">
                <a:off x="-1202011" y="3138104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5" name="TextBox 5">
                <a:extLst>
                  <a:ext uri="{FF2B5EF4-FFF2-40B4-BE49-F238E27FC236}">
                    <a16:creationId xmlns:a16="http://schemas.microsoft.com/office/drawing/2014/main" id="{B1BB19AB-D0BE-7E0D-F837-77B4BEE43FAB}"/>
                  </a:ext>
                </a:extLst>
              </p:cNvPr>
              <p:cNvSpPr txBox="1"/>
              <p:nvPr/>
            </p:nvSpPr>
            <p:spPr>
              <a:xfrm>
                <a:off x="-1024079" y="3066122"/>
                <a:ext cx="3898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dirty="0"/>
                  <a:t>27</a:t>
                </a:r>
              </a:p>
              <a:p>
                <a:pPr algn="ctr"/>
                <a:r>
                  <a:rPr lang="ko-KR" altLang="en-US" sz="800" dirty="0"/>
                  <a:t>혼주</a:t>
                </a:r>
                <a:endParaRPr lang="en-US" altLang="ko-KR" sz="800" dirty="0"/>
              </a:p>
              <a:p>
                <a:pPr algn="ctr"/>
                <a:r>
                  <a:rPr lang="ko-KR" altLang="en-US" sz="800" dirty="0"/>
                  <a:t>하객</a:t>
                </a:r>
                <a:endParaRPr lang="en-US" altLang="ko-KR" sz="800" dirty="0"/>
              </a:p>
            </p:txBody>
          </p:sp>
        </p:grpSp>
        <p:grpSp>
          <p:nvGrpSpPr>
            <p:cNvPr id="1758" name="그룹 1757">
              <a:extLst>
                <a:ext uri="{FF2B5EF4-FFF2-40B4-BE49-F238E27FC236}">
                  <a16:creationId xmlns:a16="http://schemas.microsoft.com/office/drawing/2014/main" id="{66C58477-9700-A88F-A168-416A7B9E8A9A}"/>
                </a:ext>
              </a:extLst>
            </p:cNvPr>
            <p:cNvGrpSpPr/>
            <p:nvPr/>
          </p:nvGrpSpPr>
          <p:grpSpPr>
            <a:xfrm>
              <a:off x="5755825" y="3310108"/>
              <a:ext cx="755653" cy="720080"/>
              <a:chOff x="-1207314" y="2943995"/>
              <a:chExt cx="755653" cy="720080"/>
            </a:xfrm>
          </p:grpSpPr>
          <p:sp>
            <p:nvSpPr>
              <p:cNvPr id="1772" name="현 17">
                <a:extLst>
                  <a:ext uri="{FF2B5EF4-FFF2-40B4-BE49-F238E27FC236}">
                    <a16:creationId xmlns:a16="http://schemas.microsoft.com/office/drawing/2014/main" id="{8F36679C-304F-F065-36A4-46C1E5E67D50}"/>
                  </a:ext>
                </a:extLst>
              </p:cNvPr>
              <p:cNvSpPr/>
              <p:nvPr/>
            </p:nvSpPr>
            <p:spPr>
              <a:xfrm rot="6802860">
                <a:off x="-910900" y="2939535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3" name="타원 3">
                <a:extLst>
                  <a:ext uri="{FF2B5EF4-FFF2-40B4-BE49-F238E27FC236}">
                    <a16:creationId xmlns:a16="http://schemas.microsoft.com/office/drawing/2014/main" id="{3066D005-797B-6A30-F67B-4453000B6CF2}"/>
                  </a:ext>
                </a:extLst>
              </p:cNvPr>
              <p:cNvSpPr/>
              <p:nvPr/>
            </p:nvSpPr>
            <p:spPr>
              <a:xfrm>
                <a:off x="-1090381" y="3062175"/>
                <a:ext cx="514740" cy="485709"/>
              </a:xfrm>
              <a:prstGeom prst="ellips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300" dirty="0"/>
              </a:p>
            </p:txBody>
          </p:sp>
          <p:sp>
            <p:nvSpPr>
              <p:cNvPr id="1774" name="현 1773">
                <a:extLst>
                  <a:ext uri="{FF2B5EF4-FFF2-40B4-BE49-F238E27FC236}">
                    <a16:creationId xmlns:a16="http://schemas.microsoft.com/office/drawing/2014/main" id="{3B3EC81D-6B26-752D-23A4-042F10385E20}"/>
                  </a:ext>
                </a:extLst>
              </p:cNvPr>
              <p:cNvSpPr/>
              <p:nvPr/>
            </p:nvSpPr>
            <p:spPr>
              <a:xfrm rot="17541756">
                <a:off x="-900560" y="3510377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5" name="현 21">
                <a:extLst>
                  <a:ext uri="{FF2B5EF4-FFF2-40B4-BE49-F238E27FC236}">
                    <a16:creationId xmlns:a16="http://schemas.microsoft.com/office/drawing/2014/main" id="{7A2E3D44-1F35-D512-A965-061D89ACA652}"/>
                  </a:ext>
                </a:extLst>
              </p:cNvPr>
              <p:cNvSpPr/>
              <p:nvPr/>
            </p:nvSpPr>
            <p:spPr>
              <a:xfrm rot="8812624">
                <a:off x="-736327" y="2991503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6" name="현 10">
                <a:extLst>
                  <a:ext uri="{FF2B5EF4-FFF2-40B4-BE49-F238E27FC236}">
                    <a16:creationId xmlns:a16="http://schemas.microsoft.com/office/drawing/2014/main" id="{1028DA02-0302-E0DD-54AA-C8DE07B98A7D}"/>
                  </a:ext>
                </a:extLst>
              </p:cNvPr>
              <p:cNvSpPr/>
              <p:nvPr/>
            </p:nvSpPr>
            <p:spPr>
              <a:xfrm rot="19551520">
                <a:off x="-1088844" y="3468382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7" name="현 11">
                <a:extLst>
                  <a:ext uri="{FF2B5EF4-FFF2-40B4-BE49-F238E27FC236}">
                    <a16:creationId xmlns:a16="http://schemas.microsoft.com/office/drawing/2014/main" id="{029D742E-604D-B94C-EAAD-5CC084F642F9}"/>
                  </a:ext>
                </a:extLst>
              </p:cNvPr>
              <p:cNvSpPr/>
              <p:nvPr/>
            </p:nvSpPr>
            <p:spPr>
              <a:xfrm rot="4598853">
                <a:off x="-1084775" y="2990063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8" name="현 12">
                <a:extLst>
                  <a:ext uri="{FF2B5EF4-FFF2-40B4-BE49-F238E27FC236}">
                    <a16:creationId xmlns:a16="http://schemas.microsoft.com/office/drawing/2014/main" id="{962BD0DA-7222-7B14-025A-0A5B48F238DC}"/>
                  </a:ext>
                </a:extLst>
              </p:cNvPr>
              <p:cNvSpPr/>
              <p:nvPr/>
            </p:nvSpPr>
            <p:spPr>
              <a:xfrm rot="13056281">
                <a:off x="-609819" y="3297904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9" name="현 13">
                <a:extLst>
                  <a:ext uri="{FF2B5EF4-FFF2-40B4-BE49-F238E27FC236}">
                    <a16:creationId xmlns:a16="http://schemas.microsoft.com/office/drawing/2014/main" id="{241DE1BD-5131-2185-7AE6-ED0218DD6787}"/>
                  </a:ext>
                </a:extLst>
              </p:cNvPr>
              <p:cNvSpPr/>
              <p:nvPr/>
            </p:nvSpPr>
            <p:spPr>
              <a:xfrm rot="10800000">
                <a:off x="-629881" y="3118328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0" name="현 14">
                <a:extLst>
                  <a:ext uri="{FF2B5EF4-FFF2-40B4-BE49-F238E27FC236}">
                    <a16:creationId xmlns:a16="http://schemas.microsoft.com/office/drawing/2014/main" id="{20BC2A69-6B71-0E3D-B88B-F802A13823FA}"/>
                  </a:ext>
                </a:extLst>
              </p:cNvPr>
              <p:cNvSpPr/>
              <p:nvPr/>
            </p:nvSpPr>
            <p:spPr>
              <a:xfrm rot="253893">
                <a:off x="-1207314" y="3323711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1" name="현 15">
                <a:extLst>
                  <a:ext uri="{FF2B5EF4-FFF2-40B4-BE49-F238E27FC236}">
                    <a16:creationId xmlns:a16="http://schemas.microsoft.com/office/drawing/2014/main" id="{C174B77C-E5C7-1CC5-DF5F-CA670A5A3B66}"/>
                  </a:ext>
                </a:extLst>
              </p:cNvPr>
              <p:cNvSpPr/>
              <p:nvPr/>
            </p:nvSpPr>
            <p:spPr>
              <a:xfrm rot="14987951">
                <a:off x="-702437" y="3445385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2" name="현 16">
                <a:extLst>
                  <a:ext uri="{FF2B5EF4-FFF2-40B4-BE49-F238E27FC236}">
                    <a16:creationId xmlns:a16="http://schemas.microsoft.com/office/drawing/2014/main" id="{FF7F2AC9-C482-AF31-3FEA-BBF38965EE97}"/>
                  </a:ext>
                </a:extLst>
              </p:cNvPr>
              <p:cNvSpPr/>
              <p:nvPr/>
            </p:nvSpPr>
            <p:spPr>
              <a:xfrm rot="2514970">
                <a:off x="-1202011" y="3138104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3" name="TextBox 5">
                <a:extLst>
                  <a:ext uri="{FF2B5EF4-FFF2-40B4-BE49-F238E27FC236}">
                    <a16:creationId xmlns:a16="http://schemas.microsoft.com/office/drawing/2014/main" id="{7E7E0E92-3ADE-1E04-3C93-FF89AD4C9F2E}"/>
                  </a:ext>
                </a:extLst>
              </p:cNvPr>
              <p:cNvSpPr txBox="1"/>
              <p:nvPr/>
            </p:nvSpPr>
            <p:spPr>
              <a:xfrm>
                <a:off x="-1024079" y="3066122"/>
                <a:ext cx="3898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dirty="0"/>
                  <a:t>34</a:t>
                </a:r>
              </a:p>
              <a:p>
                <a:pPr algn="ctr"/>
                <a:r>
                  <a:rPr lang="ko-KR" altLang="en-US" sz="800" dirty="0"/>
                  <a:t>혼주</a:t>
                </a:r>
                <a:endParaRPr lang="en-US" altLang="ko-KR" sz="800" dirty="0"/>
              </a:p>
              <a:p>
                <a:pPr algn="ctr"/>
                <a:r>
                  <a:rPr lang="ko-KR" altLang="en-US" sz="800" dirty="0"/>
                  <a:t>하객</a:t>
                </a:r>
                <a:endParaRPr lang="en-US" altLang="ko-KR" sz="800" dirty="0"/>
              </a:p>
            </p:txBody>
          </p:sp>
        </p:grpSp>
        <p:grpSp>
          <p:nvGrpSpPr>
            <p:cNvPr id="1759" name="그룹 1758">
              <a:extLst>
                <a:ext uri="{FF2B5EF4-FFF2-40B4-BE49-F238E27FC236}">
                  <a16:creationId xmlns:a16="http://schemas.microsoft.com/office/drawing/2014/main" id="{B16B6CB3-8E33-2811-8153-7063B7CE5C0D}"/>
                </a:ext>
              </a:extLst>
            </p:cNvPr>
            <p:cNvGrpSpPr/>
            <p:nvPr/>
          </p:nvGrpSpPr>
          <p:grpSpPr>
            <a:xfrm>
              <a:off x="6554052" y="3310108"/>
              <a:ext cx="755653" cy="720080"/>
              <a:chOff x="-1207314" y="2943995"/>
              <a:chExt cx="755653" cy="720080"/>
            </a:xfrm>
          </p:grpSpPr>
          <p:sp>
            <p:nvSpPr>
              <p:cNvPr id="1760" name="현 17">
                <a:extLst>
                  <a:ext uri="{FF2B5EF4-FFF2-40B4-BE49-F238E27FC236}">
                    <a16:creationId xmlns:a16="http://schemas.microsoft.com/office/drawing/2014/main" id="{AC726A4A-5625-7924-1FB4-14ADA6B151DD}"/>
                  </a:ext>
                </a:extLst>
              </p:cNvPr>
              <p:cNvSpPr/>
              <p:nvPr/>
            </p:nvSpPr>
            <p:spPr>
              <a:xfrm rot="6802860">
                <a:off x="-910900" y="2939535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1" name="타원 3">
                <a:extLst>
                  <a:ext uri="{FF2B5EF4-FFF2-40B4-BE49-F238E27FC236}">
                    <a16:creationId xmlns:a16="http://schemas.microsoft.com/office/drawing/2014/main" id="{C915AA5C-092B-9DE7-9093-4D3A442FAD0A}"/>
                  </a:ext>
                </a:extLst>
              </p:cNvPr>
              <p:cNvSpPr/>
              <p:nvPr/>
            </p:nvSpPr>
            <p:spPr>
              <a:xfrm>
                <a:off x="-1090381" y="3062175"/>
                <a:ext cx="514740" cy="485709"/>
              </a:xfrm>
              <a:prstGeom prst="ellips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300" dirty="0"/>
              </a:p>
            </p:txBody>
          </p:sp>
          <p:sp>
            <p:nvSpPr>
              <p:cNvPr id="1762" name="현 1761">
                <a:extLst>
                  <a:ext uri="{FF2B5EF4-FFF2-40B4-BE49-F238E27FC236}">
                    <a16:creationId xmlns:a16="http://schemas.microsoft.com/office/drawing/2014/main" id="{EC994CCC-FB1A-45AE-79CA-67383BE2F2E7}"/>
                  </a:ext>
                </a:extLst>
              </p:cNvPr>
              <p:cNvSpPr/>
              <p:nvPr/>
            </p:nvSpPr>
            <p:spPr>
              <a:xfrm rot="17541756">
                <a:off x="-900560" y="3510377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3" name="현 21">
                <a:extLst>
                  <a:ext uri="{FF2B5EF4-FFF2-40B4-BE49-F238E27FC236}">
                    <a16:creationId xmlns:a16="http://schemas.microsoft.com/office/drawing/2014/main" id="{216E9213-832B-AE9D-C678-32252ED7B2D4}"/>
                  </a:ext>
                </a:extLst>
              </p:cNvPr>
              <p:cNvSpPr/>
              <p:nvPr/>
            </p:nvSpPr>
            <p:spPr>
              <a:xfrm rot="8812624">
                <a:off x="-736327" y="2991503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4" name="현 10">
                <a:extLst>
                  <a:ext uri="{FF2B5EF4-FFF2-40B4-BE49-F238E27FC236}">
                    <a16:creationId xmlns:a16="http://schemas.microsoft.com/office/drawing/2014/main" id="{953DF661-0C4F-6993-385D-F8DF86998A50}"/>
                  </a:ext>
                </a:extLst>
              </p:cNvPr>
              <p:cNvSpPr/>
              <p:nvPr/>
            </p:nvSpPr>
            <p:spPr>
              <a:xfrm rot="19551520">
                <a:off x="-1088844" y="3468382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5" name="현 11">
                <a:extLst>
                  <a:ext uri="{FF2B5EF4-FFF2-40B4-BE49-F238E27FC236}">
                    <a16:creationId xmlns:a16="http://schemas.microsoft.com/office/drawing/2014/main" id="{0CA5EB1E-CAD0-564D-D503-BBAA208CD6EB}"/>
                  </a:ext>
                </a:extLst>
              </p:cNvPr>
              <p:cNvSpPr/>
              <p:nvPr/>
            </p:nvSpPr>
            <p:spPr>
              <a:xfrm rot="4598853">
                <a:off x="-1084775" y="2990063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6" name="현 12">
                <a:extLst>
                  <a:ext uri="{FF2B5EF4-FFF2-40B4-BE49-F238E27FC236}">
                    <a16:creationId xmlns:a16="http://schemas.microsoft.com/office/drawing/2014/main" id="{01B936B6-6F48-5A2E-EFF8-1A5A837A8771}"/>
                  </a:ext>
                </a:extLst>
              </p:cNvPr>
              <p:cNvSpPr/>
              <p:nvPr/>
            </p:nvSpPr>
            <p:spPr>
              <a:xfrm rot="13056281">
                <a:off x="-609819" y="3297904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7" name="현 13">
                <a:extLst>
                  <a:ext uri="{FF2B5EF4-FFF2-40B4-BE49-F238E27FC236}">
                    <a16:creationId xmlns:a16="http://schemas.microsoft.com/office/drawing/2014/main" id="{DA88B3EE-0C21-67C3-B73D-4463F0C32618}"/>
                  </a:ext>
                </a:extLst>
              </p:cNvPr>
              <p:cNvSpPr/>
              <p:nvPr/>
            </p:nvSpPr>
            <p:spPr>
              <a:xfrm rot="10800000">
                <a:off x="-629881" y="3118328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8" name="현 14">
                <a:extLst>
                  <a:ext uri="{FF2B5EF4-FFF2-40B4-BE49-F238E27FC236}">
                    <a16:creationId xmlns:a16="http://schemas.microsoft.com/office/drawing/2014/main" id="{2EF7A33C-FF0B-45C6-20BA-33326E5EAF6E}"/>
                  </a:ext>
                </a:extLst>
              </p:cNvPr>
              <p:cNvSpPr/>
              <p:nvPr/>
            </p:nvSpPr>
            <p:spPr>
              <a:xfrm rot="253893">
                <a:off x="-1207314" y="3323711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9" name="현 15">
                <a:extLst>
                  <a:ext uri="{FF2B5EF4-FFF2-40B4-BE49-F238E27FC236}">
                    <a16:creationId xmlns:a16="http://schemas.microsoft.com/office/drawing/2014/main" id="{2FFC3462-03F2-382B-A2C2-CF374A7002A6}"/>
                  </a:ext>
                </a:extLst>
              </p:cNvPr>
              <p:cNvSpPr/>
              <p:nvPr/>
            </p:nvSpPr>
            <p:spPr>
              <a:xfrm rot="14987951">
                <a:off x="-702437" y="3445385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0" name="현 16">
                <a:extLst>
                  <a:ext uri="{FF2B5EF4-FFF2-40B4-BE49-F238E27FC236}">
                    <a16:creationId xmlns:a16="http://schemas.microsoft.com/office/drawing/2014/main" id="{CADE275B-3406-FB60-F6D7-EFFB6E1ABC3E}"/>
                  </a:ext>
                </a:extLst>
              </p:cNvPr>
              <p:cNvSpPr/>
              <p:nvPr/>
            </p:nvSpPr>
            <p:spPr>
              <a:xfrm rot="2514970">
                <a:off x="-1202011" y="3138104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1" name="TextBox 5">
                <a:extLst>
                  <a:ext uri="{FF2B5EF4-FFF2-40B4-BE49-F238E27FC236}">
                    <a16:creationId xmlns:a16="http://schemas.microsoft.com/office/drawing/2014/main" id="{E7CEBC42-3BBE-24AD-0F8C-2258E70870C5}"/>
                  </a:ext>
                </a:extLst>
              </p:cNvPr>
              <p:cNvSpPr txBox="1"/>
              <p:nvPr/>
            </p:nvSpPr>
            <p:spPr>
              <a:xfrm>
                <a:off x="-1024079" y="3066122"/>
                <a:ext cx="3898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dirty="0"/>
                  <a:t>41</a:t>
                </a:r>
              </a:p>
              <a:p>
                <a:pPr algn="ctr"/>
                <a:r>
                  <a:rPr lang="ko-KR" altLang="en-US" sz="800" dirty="0"/>
                  <a:t>혼주</a:t>
                </a:r>
                <a:endParaRPr lang="en-US" altLang="ko-KR" sz="800" dirty="0"/>
              </a:p>
              <a:p>
                <a:pPr algn="ctr"/>
                <a:r>
                  <a:rPr lang="ko-KR" altLang="en-US" sz="800" dirty="0"/>
                  <a:t>하객</a:t>
                </a:r>
                <a:endParaRPr lang="en-US" altLang="ko-KR" sz="800" dirty="0"/>
              </a:p>
            </p:txBody>
          </p:sp>
        </p:grpSp>
      </p:grpSp>
      <p:grpSp>
        <p:nvGrpSpPr>
          <p:cNvPr id="1913" name="그룹 1912">
            <a:extLst>
              <a:ext uri="{FF2B5EF4-FFF2-40B4-BE49-F238E27FC236}">
                <a16:creationId xmlns:a16="http://schemas.microsoft.com/office/drawing/2014/main" id="{57BDD4CE-E580-84D4-5798-9FCD60AF38CB}"/>
              </a:ext>
            </a:extLst>
          </p:cNvPr>
          <p:cNvGrpSpPr/>
          <p:nvPr/>
        </p:nvGrpSpPr>
        <p:grpSpPr>
          <a:xfrm>
            <a:off x="2926830" y="5399536"/>
            <a:ext cx="4738421" cy="720080"/>
            <a:chOff x="2571284" y="3310108"/>
            <a:chExt cx="4738421" cy="720080"/>
          </a:xfrm>
        </p:grpSpPr>
        <p:sp>
          <p:nvSpPr>
            <p:cNvPr id="1914" name="TextBox 5">
              <a:extLst>
                <a:ext uri="{FF2B5EF4-FFF2-40B4-BE49-F238E27FC236}">
                  <a16:creationId xmlns:a16="http://schemas.microsoft.com/office/drawing/2014/main" id="{920CB926-95BD-1505-2366-F7BF3906BE9E}"/>
                </a:ext>
              </a:extLst>
            </p:cNvPr>
            <p:cNvSpPr txBox="1"/>
            <p:nvPr/>
          </p:nvSpPr>
          <p:spPr>
            <a:xfrm>
              <a:off x="2727818" y="3506557"/>
              <a:ext cx="5325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>
                  <a:solidFill>
                    <a:schemeClr val="bg1"/>
                  </a:solidFill>
                </a:rPr>
                <a:t>4.(</a:t>
              </a:r>
              <a:r>
                <a:rPr lang="ko-KR" altLang="en-US" sz="800" dirty="0">
                  <a:solidFill>
                    <a:schemeClr val="bg1"/>
                  </a:solidFill>
                </a:rPr>
                <a:t>신랑</a:t>
              </a:r>
              <a:r>
                <a:rPr lang="en-US" altLang="ko-KR" sz="800" dirty="0">
                  <a:solidFill>
                    <a:schemeClr val="bg1"/>
                  </a:solidFill>
                </a:rPr>
                <a:t>)</a:t>
              </a:r>
            </a:p>
            <a:p>
              <a:r>
                <a:rPr lang="ko-KR" altLang="en-US" sz="800" dirty="0">
                  <a:solidFill>
                    <a:schemeClr val="bg1"/>
                  </a:solidFill>
                </a:rPr>
                <a:t>가족</a:t>
              </a:r>
            </a:p>
          </p:txBody>
        </p:sp>
        <p:grpSp>
          <p:nvGrpSpPr>
            <p:cNvPr id="1915" name="그룹 1914">
              <a:extLst>
                <a:ext uri="{FF2B5EF4-FFF2-40B4-BE49-F238E27FC236}">
                  <a16:creationId xmlns:a16="http://schemas.microsoft.com/office/drawing/2014/main" id="{E692CFB8-CF0D-E699-3433-F8689448C75A}"/>
                </a:ext>
              </a:extLst>
            </p:cNvPr>
            <p:cNvGrpSpPr/>
            <p:nvPr/>
          </p:nvGrpSpPr>
          <p:grpSpPr>
            <a:xfrm>
              <a:off x="2571284" y="3310108"/>
              <a:ext cx="755653" cy="720080"/>
              <a:chOff x="-1207314" y="2943995"/>
              <a:chExt cx="755653" cy="720080"/>
            </a:xfrm>
          </p:grpSpPr>
          <p:sp>
            <p:nvSpPr>
              <p:cNvPr id="1981" name="현 17">
                <a:extLst>
                  <a:ext uri="{FF2B5EF4-FFF2-40B4-BE49-F238E27FC236}">
                    <a16:creationId xmlns:a16="http://schemas.microsoft.com/office/drawing/2014/main" id="{2E5FC609-620F-2DD1-6A02-FD47A70C26D5}"/>
                  </a:ext>
                </a:extLst>
              </p:cNvPr>
              <p:cNvSpPr/>
              <p:nvPr/>
            </p:nvSpPr>
            <p:spPr>
              <a:xfrm rot="6802860">
                <a:off x="-910900" y="2939535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2" name="타원 3">
                <a:extLst>
                  <a:ext uri="{FF2B5EF4-FFF2-40B4-BE49-F238E27FC236}">
                    <a16:creationId xmlns:a16="http://schemas.microsoft.com/office/drawing/2014/main" id="{8495F7EB-23EA-C8C4-4C5A-6C3F99D1B65A}"/>
                  </a:ext>
                </a:extLst>
              </p:cNvPr>
              <p:cNvSpPr/>
              <p:nvPr/>
            </p:nvSpPr>
            <p:spPr>
              <a:xfrm>
                <a:off x="-1090381" y="3062175"/>
                <a:ext cx="514740" cy="485709"/>
              </a:xfrm>
              <a:prstGeom prst="ellips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300" dirty="0"/>
              </a:p>
            </p:txBody>
          </p:sp>
          <p:sp>
            <p:nvSpPr>
              <p:cNvPr id="1983" name="현 1982">
                <a:extLst>
                  <a:ext uri="{FF2B5EF4-FFF2-40B4-BE49-F238E27FC236}">
                    <a16:creationId xmlns:a16="http://schemas.microsoft.com/office/drawing/2014/main" id="{6ACF331E-CF99-0143-960C-A210C60103D1}"/>
                  </a:ext>
                </a:extLst>
              </p:cNvPr>
              <p:cNvSpPr/>
              <p:nvPr/>
            </p:nvSpPr>
            <p:spPr>
              <a:xfrm rot="17541756">
                <a:off x="-900560" y="3510377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4" name="현 21">
                <a:extLst>
                  <a:ext uri="{FF2B5EF4-FFF2-40B4-BE49-F238E27FC236}">
                    <a16:creationId xmlns:a16="http://schemas.microsoft.com/office/drawing/2014/main" id="{7AD10B57-4E64-B1D9-7AD8-4BE3F3798C62}"/>
                  </a:ext>
                </a:extLst>
              </p:cNvPr>
              <p:cNvSpPr/>
              <p:nvPr/>
            </p:nvSpPr>
            <p:spPr>
              <a:xfrm rot="8812624">
                <a:off x="-736327" y="2991503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5" name="현 10">
                <a:extLst>
                  <a:ext uri="{FF2B5EF4-FFF2-40B4-BE49-F238E27FC236}">
                    <a16:creationId xmlns:a16="http://schemas.microsoft.com/office/drawing/2014/main" id="{9B35DA53-D888-F4C9-675F-31FC627BD164}"/>
                  </a:ext>
                </a:extLst>
              </p:cNvPr>
              <p:cNvSpPr/>
              <p:nvPr/>
            </p:nvSpPr>
            <p:spPr>
              <a:xfrm rot="19551520">
                <a:off x="-1088844" y="3468382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6" name="현 11">
                <a:extLst>
                  <a:ext uri="{FF2B5EF4-FFF2-40B4-BE49-F238E27FC236}">
                    <a16:creationId xmlns:a16="http://schemas.microsoft.com/office/drawing/2014/main" id="{B67CAF7A-E16C-27E9-8876-B93D6A72D1B2}"/>
                  </a:ext>
                </a:extLst>
              </p:cNvPr>
              <p:cNvSpPr/>
              <p:nvPr/>
            </p:nvSpPr>
            <p:spPr>
              <a:xfrm rot="4598853">
                <a:off x="-1084775" y="2990063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7" name="현 12">
                <a:extLst>
                  <a:ext uri="{FF2B5EF4-FFF2-40B4-BE49-F238E27FC236}">
                    <a16:creationId xmlns:a16="http://schemas.microsoft.com/office/drawing/2014/main" id="{5132FAF0-1590-27E0-3D6E-729DA27919C9}"/>
                  </a:ext>
                </a:extLst>
              </p:cNvPr>
              <p:cNvSpPr/>
              <p:nvPr/>
            </p:nvSpPr>
            <p:spPr>
              <a:xfrm rot="13056281">
                <a:off x="-609819" y="3297904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8" name="현 13">
                <a:extLst>
                  <a:ext uri="{FF2B5EF4-FFF2-40B4-BE49-F238E27FC236}">
                    <a16:creationId xmlns:a16="http://schemas.microsoft.com/office/drawing/2014/main" id="{5C915FE6-3D2A-AC0F-D2BC-8C02105D3DD1}"/>
                  </a:ext>
                </a:extLst>
              </p:cNvPr>
              <p:cNvSpPr/>
              <p:nvPr/>
            </p:nvSpPr>
            <p:spPr>
              <a:xfrm rot="10800000">
                <a:off x="-629881" y="3118328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9" name="현 14">
                <a:extLst>
                  <a:ext uri="{FF2B5EF4-FFF2-40B4-BE49-F238E27FC236}">
                    <a16:creationId xmlns:a16="http://schemas.microsoft.com/office/drawing/2014/main" id="{017CFB32-8B4C-2D39-EFFE-20A9FAD4A60D}"/>
                  </a:ext>
                </a:extLst>
              </p:cNvPr>
              <p:cNvSpPr/>
              <p:nvPr/>
            </p:nvSpPr>
            <p:spPr>
              <a:xfrm rot="253893">
                <a:off x="-1207314" y="3323711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0" name="현 15">
                <a:extLst>
                  <a:ext uri="{FF2B5EF4-FFF2-40B4-BE49-F238E27FC236}">
                    <a16:creationId xmlns:a16="http://schemas.microsoft.com/office/drawing/2014/main" id="{4015F02A-55E3-BFEE-99A7-08CAD38367CE}"/>
                  </a:ext>
                </a:extLst>
              </p:cNvPr>
              <p:cNvSpPr/>
              <p:nvPr/>
            </p:nvSpPr>
            <p:spPr>
              <a:xfrm rot="14987951">
                <a:off x="-702437" y="3445385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1" name="현 16">
                <a:extLst>
                  <a:ext uri="{FF2B5EF4-FFF2-40B4-BE49-F238E27FC236}">
                    <a16:creationId xmlns:a16="http://schemas.microsoft.com/office/drawing/2014/main" id="{75BF1FA8-72F9-958F-D7D5-A4CA126B4B54}"/>
                  </a:ext>
                </a:extLst>
              </p:cNvPr>
              <p:cNvSpPr/>
              <p:nvPr/>
            </p:nvSpPr>
            <p:spPr>
              <a:xfrm rot="2514970">
                <a:off x="-1202011" y="3138104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2" name="TextBox 5">
                <a:extLst>
                  <a:ext uri="{FF2B5EF4-FFF2-40B4-BE49-F238E27FC236}">
                    <a16:creationId xmlns:a16="http://schemas.microsoft.com/office/drawing/2014/main" id="{63D2D2E4-8BE6-0D27-F71F-0F56465A1C9F}"/>
                  </a:ext>
                </a:extLst>
              </p:cNvPr>
              <p:cNvSpPr txBox="1"/>
              <p:nvPr/>
            </p:nvSpPr>
            <p:spPr>
              <a:xfrm>
                <a:off x="-1024079" y="3066122"/>
                <a:ext cx="3898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dirty="0"/>
                  <a:t>7</a:t>
                </a:r>
              </a:p>
              <a:p>
                <a:pPr algn="ctr"/>
                <a:r>
                  <a:rPr lang="ko-KR" altLang="en-US" sz="800" dirty="0"/>
                  <a:t>신랑</a:t>
                </a:r>
                <a:endParaRPr lang="en-US" altLang="ko-KR" sz="800" dirty="0"/>
              </a:p>
              <a:p>
                <a:pPr algn="ctr"/>
                <a:r>
                  <a:rPr lang="ko-KR" altLang="en-US" sz="800" dirty="0"/>
                  <a:t>가족</a:t>
                </a:r>
                <a:endParaRPr lang="en-US" altLang="ko-KR" sz="800" dirty="0"/>
              </a:p>
            </p:txBody>
          </p:sp>
        </p:grpSp>
        <p:grpSp>
          <p:nvGrpSpPr>
            <p:cNvPr id="1916" name="그룹 1915">
              <a:extLst>
                <a:ext uri="{FF2B5EF4-FFF2-40B4-BE49-F238E27FC236}">
                  <a16:creationId xmlns:a16="http://schemas.microsoft.com/office/drawing/2014/main" id="{06B84EF4-1004-5E51-D9E3-6535EAD8F50D}"/>
                </a:ext>
              </a:extLst>
            </p:cNvPr>
            <p:cNvGrpSpPr/>
            <p:nvPr/>
          </p:nvGrpSpPr>
          <p:grpSpPr>
            <a:xfrm>
              <a:off x="3369509" y="3310108"/>
              <a:ext cx="755653" cy="720080"/>
              <a:chOff x="-1207314" y="2943995"/>
              <a:chExt cx="755653" cy="720080"/>
            </a:xfrm>
          </p:grpSpPr>
          <p:sp>
            <p:nvSpPr>
              <p:cNvPr id="1969" name="현 17">
                <a:extLst>
                  <a:ext uri="{FF2B5EF4-FFF2-40B4-BE49-F238E27FC236}">
                    <a16:creationId xmlns:a16="http://schemas.microsoft.com/office/drawing/2014/main" id="{128F0CF7-25A1-7A4F-E4A7-791B0404AD9F}"/>
                  </a:ext>
                </a:extLst>
              </p:cNvPr>
              <p:cNvSpPr/>
              <p:nvPr/>
            </p:nvSpPr>
            <p:spPr>
              <a:xfrm rot="6802860">
                <a:off x="-910900" y="2939535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0" name="타원 3">
                <a:extLst>
                  <a:ext uri="{FF2B5EF4-FFF2-40B4-BE49-F238E27FC236}">
                    <a16:creationId xmlns:a16="http://schemas.microsoft.com/office/drawing/2014/main" id="{B3A1653E-9D10-F30F-21FD-672F3BD1343F}"/>
                  </a:ext>
                </a:extLst>
              </p:cNvPr>
              <p:cNvSpPr/>
              <p:nvPr/>
            </p:nvSpPr>
            <p:spPr>
              <a:xfrm>
                <a:off x="-1090381" y="3062175"/>
                <a:ext cx="514740" cy="485709"/>
              </a:xfrm>
              <a:prstGeom prst="ellips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300" dirty="0"/>
              </a:p>
            </p:txBody>
          </p:sp>
          <p:sp>
            <p:nvSpPr>
              <p:cNvPr id="1971" name="현 1970">
                <a:extLst>
                  <a:ext uri="{FF2B5EF4-FFF2-40B4-BE49-F238E27FC236}">
                    <a16:creationId xmlns:a16="http://schemas.microsoft.com/office/drawing/2014/main" id="{529E6C63-8273-F910-3261-06C8A709DCE2}"/>
                  </a:ext>
                </a:extLst>
              </p:cNvPr>
              <p:cNvSpPr/>
              <p:nvPr/>
            </p:nvSpPr>
            <p:spPr>
              <a:xfrm rot="17541756">
                <a:off x="-900560" y="3510377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2" name="현 21">
                <a:extLst>
                  <a:ext uri="{FF2B5EF4-FFF2-40B4-BE49-F238E27FC236}">
                    <a16:creationId xmlns:a16="http://schemas.microsoft.com/office/drawing/2014/main" id="{96C79DC5-713F-4BB3-A62D-E7A3D18D9778}"/>
                  </a:ext>
                </a:extLst>
              </p:cNvPr>
              <p:cNvSpPr/>
              <p:nvPr/>
            </p:nvSpPr>
            <p:spPr>
              <a:xfrm rot="8812624">
                <a:off x="-736327" y="2991503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3" name="현 10">
                <a:extLst>
                  <a:ext uri="{FF2B5EF4-FFF2-40B4-BE49-F238E27FC236}">
                    <a16:creationId xmlns:a16="http://schemas.microsoft.com/office/drawing/2014/main" id="{64FF4273-ED7D-71D5-3CD8-464BF16B11DB}"/>
                  </a:ext>
                </a:extLst>
              </p:cNvPr>
              <p:cNvSpPr/>
              <p:nvPr/>
            </p:nvSpPr>
            <p:spPr>
              <a:xfrm rot="19551520">
                <a:off x="-1088844" y="3468382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4" name="현 11">
                <a:extLst>
                  <a:ext uri="{FF2B5EF4-FFF2-40B4-BE49-F238E27FC236}">
                    <a16:creationId xmlns:a16="http://schemas.microsoft.com/office/drawing/2014/main" id="{F0B4AB4D-8FBD-257C-6CCD-13F8698B9F07}"/>
                  </a:ext>
                </a:extLst>
              </p:cNvPr>
              <p:cNvSpPr/>
              <p:nvPr/>
            </p:nvSpPr>
            <p:spPr>
              <a:xfrm rot="4598853">
                <a:off x="-1084775" y="2990063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5" name="현 12">
                <a:extLst>
                  <a:ext uri="{FF2B5EF4-FFF2-40B4-BE49-F238E27FC236}">
                    <a16:creationId xmlns:a16="http://schemas.microsoft.com/office/drawing/2014/main" id="{5B52E3D6-3E9E-AF38-08F0-59BEDFA81744}"/>
                  </a:ext>
                </a:extLst>
              </p:cNvPr>
              <p:cNvSpPr/>
              <p:nvPr/>
            </p:nvSpPr>
            <p:spPr>
              <a:xfrm rot="13056281">
                <a:off x="-609819" y="3297904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6" name="현 13">
                <a:extLst>
                  <a:ext uri="{FF2B5EF4-FFF2-40B4-BE49-F238E27FC236}">
                    <a16:creationId xmlns:a16="http://schemas.microsoft.com/office/drawing/2014/main" id="{1615CFDB-1CCF-80B9-E4D7-A0C5D7252F5D}"/>
                  </a:ext>
                </a:extLst>
              </p:cNvPr>
              <p:cNvSpPr/>
              <p:nvPr/>
            </p:nvSpPr>
            <p:spPr>
              <a:xfrm rot="10800000">
                <a:off x="-629881" y="3118328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7" name="현 14">
                <a:extLst>
                  <a:ext uri="{FF2B5EF4-FFF2-40B4-BE49-F238E27FC236}">
                    <a16:creationId xmlns:a16="http://schemas.microsoft.com/office/drawing/2014/main" id="{8512DC8C-5DE6-6FF4-2C5B-9B3ADADC47BD}"/>
                  </a:ext>
                </a:extLst>
              </p:cNvPr>
              <p:cNvSpPr/>
              <p:nvPr/>
            </p:nvSpPr>
            <p:spPr>
              <a:xfrm rot="253893">
                <a:off x="-1207314" y="3323711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8" name="현 15">
                <a:extLst>
                  <a:ext uri="{FF2B5EF4-FFF2-40B4-BE49-F238E27FC236}">
                    <a16:creationId xmlns:a16="http://schemas.microsoft.com/office/drawing/2014/main" id="{59DE6715-473E-3D17-2733-447D347F94D9}"/>
                  </a:ext>
                </a:extLst>
              </p:cNvPr>
              <p:cNvSpPr/>
              <p:nvPr/>
            </p:nvSpPr>
            <p:spPr>
              <a:xfrm rot="14987951">
                <a:off x="-702437" y="3445385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9" name="현 16">
                <a:extLst>
                  <a:ext uri="{FF2B5EF4-FFF2-40B4-BE49-F238E27FC236}">
                    <a16:creationId xmlns:a16="http://schemas.microsoft.com/office/drawing/2014/main" id="{FCABE560-CBE8-472C-2E04-9FEFDF4B48B9}"/>
                  </a:ext>
                </a:extLst>
              </p:cNvPr>
              <p:cNvSpPr/>
              <p:nvPr/>
            </p:nvSpPr>
            <p:spPr>
              <a:xfrm rot="2514970">
                <a:off x="-1202011" y="3138104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0" name="TextBox 5">
                <a:extLst>
                  <a:ext uri="{FF2B5EF4-FFF2-40B4-BE49-F238E27FC236}">
                    <a16:creationId xmlns:a16="http://schemas.microsoft.com/office/drawing/2014/main" id="{F6D7FE7B-F8AB-B4A0-DA02-6EB52BF3FF8D}"/>
                  </a:ext>
                </a:extLst>
              </p:cNvPr>
              <p:cNvSpPr txBox="1"/>
              <p:nvPr/>
            </p:nvSpPr>
            <p:spPr>
              <a:xfrm>
                <a:off x="-1024079" y="3066122"/>
                <a:ext cx="3898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dirty="0"/>
                  <a:t>14</a:t>
                </a:r>
              </a:p>
              <a:p>
                <a:pPr algn="ctr"/>
                <a:r>
                  <a:rPr lang="ko-KR" altLang="en-US" sz="800" dirty="0"/>
                  <a:t>혼주</a:t>
                </a:r>
                <a:endParaRPr lang="en-US" altLang="ko-KR" sz="800" dirty="0"/>
              </a:p>
              <a:p>
                <a:pPr algn="ctr"/>
                <a:r>
                  <a:rPr lang="ko-KR" altLang="en-US" sz="800" dirty="0"/>
                  <a:t>하객</a:t>
                </a:r>
                <a:endParaRPr lang="en-US" altLang="ko-KR" sz="800" dirty="0"/>
              </a:p>
            </p:txBody>
          </p:sp>
        </p:grpSp>
        <p:grpSp>
          <p:nvGrpSpPr>
            <p:cNvPr id="1917" name="그룹 1916">
              <a:extLst>
                <a:ext uri="{FF2B5EF4-FFF2-40B4-BE49-F238E27FC236}">
                  <a16:creationId xmlns:a16="http://schemas.microsoft.com/office/drawing/2014/main" id="{A2D9B353-6C55-C6EE-8AF0-FCCFC29E8754}"/>
                </a:ext>
              </a:extLst>
            </p:cNvPr>
            <p:cNvGrpSpPr/>
            <p:nvPr/>
          </p:nvGrpSpPr>
          <p:grpSpPr>
            <a:xfrm>
              <a:off x="4162946" y="3310108"/>
              <a:ext cx="755653" cy="720080"/>
              <a:chOff x="-1207314" y="2943995"/>
              <a:chExt cx="755653" cy="720080"/>
            </a:xfrm>
          </p:grpSpPr>
          <p:sp>
            <p:nvSpPr>
              <p:cNvPr id="1957" name="현 17">
                <a:extLst>
                  <a:ext uri="{FF2B5EF4-FFF2-40B4-BE49-F238E27FC236}">
                    <a16:creationId xmlns:a16="http://schemas.microsoft.com/office/drawing/2014/main" id="{B866270C-8CB8-F633-E65A-57415218FA36}"/>
                  </a:ext>
                </a:extLst>
              </p:cNvPr>
              <p:cNvSpPr/>
              <p:nvPr/>
            </p:nvSpPr>
            <p:spPr>
              <a:xfrm rot="6802860">
                <a:off x="-910900" y="2939535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8" name="타원 3">
                <a:extLst>
                  <a:ext uri="{FF2B5EF4-FFF2-40B4-BE49-F238E27FC236}">
                    <a16:creationId xmlns:a16="http://schemas.microsoft.com/office/drawing/2014/main" id="{321BEFD2-7F34-16DA-41E0-3D7DFD00F1EC}"/>
                  </a:ext>
                </a:extLst>
              </p:cNvPr>
              <p:cNvSpPr/>
              <p:nvPr/>
            </p:nvSpPr>
            <p:spPr>
              <a:xfrm>
                <a:off x="-1090381" y="3062175"/>
                <a:ext cx="514740" cy="485709"/>
              </a:xfrm>
              <a:prstGeom prst="ellips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300" dirty="0"/>
              </a:p>
            </p:txBody>
          </p:sp>
          <p:sp>
            <p:nvSpPr>
              <p:cNvPr id="1959" name="현 1958">
                <a:extLst>
                  <a:ext uri="{FF2B5EF4-FFF2-40B4-BE49-F238E27FC236}">
                    <a16:creationId xmlns:a16="http://schemas.microsoft.com/office/drawing/2014/main" id="{0B445888-72EE-42C9-8B0E-EC13B34EA585}"/>
                  </a:ext>
                </a:extLst>
              </p:cNvPr>
              <p:cNvSpPr/>
              <p:nvPr/>
            </p:nvSpPr>
            <p:spPr>
              <a:xfrm rot="17541756">
                <a:off x="-900560" y="3510377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0" name="현 21">
                <a:extLst>
                  <a:ext uri="{FF2B5EF4-FFF2-40B4-BE49-F238E27FC236}">
                    <a16:creationId xmlns:a16="http://schemas.microsoft.com/office/drawing/2014/main" id="{02B91C9A-80BE-2D9A-99FF-AEA854ACE70C}"/>
                  </a:ext>
                </a:extLst>
              </p:cNvPr>
              <p:cNvSpPr/>
              <p:nvPr/>
            </p:nvSpPr>
            <p:spPr>
              <a:xfrm rot="8812624">
                <a:off x="-736327" y="2991503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1" name="현 10">
                <a:extLst>
                  <a:ext uri="{FF2B5EF4-FFF2-40B4-BE49-F238E27FC236}">
                    <a16:creationId xmlns:a16="http://schemas.microsoft.com/office/drawing/2014/main" id="{080DD56A-7165-EA24-E7B7-75C51224D754}"/>
                  </a:ext>
                </a:extLst>
              </p:cNvPr>
              <p:cNvSpPr/>
              <p:nvPr/>
            </p:nvSpPr>
            <p:spPr>
              <a:xfrm rot="19551520">
                <a:off x="-1088844" y="3468382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2" name="현 11">
                <a:extLst>
                  <a:ext uri="{FF2B5EF4-FFF2-40B4-BE49-F238E27FC236}">
                    <a16:creationId xmlns:a16="http://schemas.microsoft.com/office/drawing/2014/main" id="{5DAD5AB1-E496-650A-C1B6-BB1A9CC6541C}"/>
                  </a:ext>
                </a:extLst>
              </p:cNvPr>
              <p:cNvSpPr/>
              <p:nvPr/>
            </p:nvSpPr>
            <p:spPr>
              <a:xfrm rot="4598853">
                <a:off x="-1084775" y="2990063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3" name="현 12">
                <a:extLst>
                  <a:ext uri="{FF2B5EF4-FFF2-40B4-BE49-F238E27FC236}">
                    <a16:creationId xmlns:a16="http://schemas.microsoft.com/office/drawing/2014/main" id="{30C36769-F202-64BA-B22C-D526985535EB}"/>
                  </a:ext>
                </a:extLst>
              </p:cNvPr>
              <p:cNvSpPr/>
              <p:nvPr/>
            </p:nvSpPr>
            <p:spPr>
              <a:xfrm rot="13056281">
                <a:off x="-609819" y="3297904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4" name="현 13">
                <a:extLst>
                  <a:ext uri="{FF2B5EF4-FFF2-40B4-BE49-F238E27FC236}">
                    <a16:creationId xmlns:a16="http://schemas.microsoft.com/office/drawing/2014/main" id="{6D6EB8D4-166F-2299-761C-50ACDA392AEA}"/>
                  </a:ext>
                </a:extLst>
              </p:cNvPr>
              <p:cNvSpPr/>
              <p:nvPr/>
            </p:nvSpPr>
            <p:spPr>
              <a:xfrm rot="10800000">
                <a:off x="-629881" y="3118328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5" name="현 14">
                <a:extLst>
                  <a:ext uri="{FF2B5EF4-FFF2-40B4-BE49-F238E27FC236}">
                    <a16:creationId xmlns:a16="http://schemas.microsoft.com/office/drawing/2014/main" id="{29DB3897-E5F0-983E-E2C4-26E2255ACACE}"/>
                  </a:ext>
                </a:extLst>
              </p:cNvPr>
              <p:cNvSpPr/>
              <p:nvPr/>
            </p:nvSpPr>
            <p:spPr>
              <a:xfrm rot="253893">
                <a:off x="-1207314" y="3323711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6" name="현 15">
                <a:extLst>
                  <a:ext uri="{FF2B5EF4-FFF2-40B4-BE49-F238E27FC236}">
                    <a16:creationId xmlns:a16="http://schemas.microsoft.com/office/drawing/2014/main" id="{B52264A6-7136-9954-64BE-C59F02762807}"/>
                  </a:ext>
                </a:extLst>
              </p:cNvPr>
              <p:cNvSpPr/>
              <p:nvPr/>
            </p:nvSpPr>
            <p:spPr>
              <a:xfrm rot="14987951">
                <a:off x="-702437" y="3445385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7" name="현 16">
                <a:extLst>
                  <a:ext uri="{FF2B5EF4-FFF2-40B4-BE49-F238E27FC236}">
                    <a16:creationId xmlns:a16="http://schemas.microsoft.com/office/drawing/2014/main" id="{C204869F-68D1-8CD2-04DB-F33502C6188A}"/>
                  </a:ext>
                </a:extLst>
              </p:cNvPr>
              <p:cNvSpPr/>
              <p:nvPr/>
            </p:nvSpPr>
            <p:spPr>
              <a:xfrm rot="2514970">
                <a:off x="-1202011" y="3138104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8" name="TextBox 5">
                <a:extLst>
                  <a:ext uri="{FF2B5EF4-FFF2-40B4-BE49-F238E27FC236}">
                    <a16:creationId xmlns:a16="http://schemas.microsoft.com/office/drawing/2014/main" id="{E6B3C8B4-A5CE-ADAF-2A07-0AA34F367F95}"/>
                  </a:ext>
                </a:extLst>
              </p:cNvPr>
              <p:cNvSpPr txBox="1"/>
              <p:nvPr/>
            </p:nvSpPr>
            <p:spPr>
              <a:xfrm>
                <a:off x="-1024079" y="3066122"/>
                <a:ext cx="3898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dirty="0"/>
                  <a:t>21</a:t>
                </a:r>
              </a:p>
              <a:p>
                <a:pPr algn="ctr"/>
                <a:r>
                  <a:rPr lang="ko-KR" altLang="en-US" sz="800" dirty="0"/>
                  <a:t>혼주</a:t>
                </a:r>
                <a:endParaRPr lang="en-US" altLang="ko-KR" sz="800" dirty="0"/>
              </a:p>
              <a:p>
                <a:pPr algn="ctr"/>
                <a:r>
                  <a:rPr lang="ko-KR" altLang="en-US" sz="800" dirty="0"/>
                  <a:t>하객</a:t>
                </a:r>
                <a:endParaRPr lang="en-US" altLang="ko-KR" sz="800" dirty="0"/>
              </a:p>
            </p:txBody>
          </p:sp>
        </p:grpSp>
        <p:grpSp>
          <p:nvGrpSpPr>
            <p:cNvPr id="1918" name="그룹 1917">
              <a:extLst>
                <a:ext uri="{FF2B5EF4-FFF2-40B4-BE49-F238E27FC236}">
                  <a16:creationId xmlns:a16="http://schemas.microsoft.com/office/drawing/2014/main" id="{43EDD56B-77CA-53B1-0930-372A409820FE}"/>
                </a:ext>
              </a:extLst>
            </p:cNvPr>
            <p:cNvGrpSpPr/>
            <p:nvPr/>
          </p:nvGrpSpPr>
          <p:grpSpPr>
            <a:xfrm>
              <a:off x="4961172" y="3310108"/>
              <a:ext cx="755653" cy="720080"/>
              <a:chOff x="-1207314" y="2943995"/>
              <a:chExt cx="755653" cy="720080"/>
            </a:xfrm>
          </p:grpSpPr>
          <p:sp>
            <p:nvSpPr>
              <p:cNvPr id="1945" name="현 17">
                <a:extLst>
                  <a:ext uri="{FF2B5EF4-FFF2-40B4-BE49-F238E27FC236}">
                    <a16:creationId xmlns:a16="http://schemas.microsoft.com/office/drawing/2014/main" id="{6B390F10-DB48-5F91-7E55-CF2D49E05A3D}"/>
                  </a:ext>
                </a:extLst>
              </p:cNvPr>
              <p:cNvSpPr/>
              <p:nvPr/>
            </p:nvSpPr>
            <p:spPr>
              <a:xfrm rot="6802860">
                <a:off x="-910900" y="2939535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6" name="타원 3">
                <a:extLst>
                  <a:ext uri="{FF2B5EF4-FFF2-40B4-BE49-F238E27FC236}">
                    <a16:creationId xmlns:a16="http://schemas.microsoft.com/office/drawing/2014/main" id="{74DF047E-0883-A025-6043-675687E77399}"/>
                  </a:ext>
                </a:extLst>
              </p:cNvPr>
              <p:cNvSpPr/>
              <p:nvPr/>
            </p:nvSpPr>
            <p:spPr>
              <a:xfrm>
                <a:off x="-1090381" y="3062175"/>
                <a:ext cx="514740" cy="485709"/>
              </a:xfrm>
              <a:prstGeom prst="ellips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300" dirty="0"/>
              </a:p>
            </p:txBody>
          </p:sp>
          <p:sp>
            <p:nvSpPr>
              <p:cNvPr id="1947" name="현 1946">
                <a:extLst>
                  <a:ext uri="{FF2B5EF4-FFF2-40B4-BE49-F238E27FC236}">
                    <a16:creationId xmlns:a16="http://schemas.microsoft.com/office/drawing/2014/main" id="{812852FD-988D-0D5E-C5DE-F5A5F0FF6917}"/>
                  </a:ext>
                </a:extLst>
              </p:cNvPr>
              <p:cNvSpPr/>
              <p:nvPr/>
            </p:nvSpPr>
            <p:spPr>
              <a:xfrm rot="17541756">
                <a:off x="-900560" y="3510377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8" name="현 21">
                <a:extLst>
                  <a:ext uri="{FF2B5EF4-FFF2-40B4-BE49-F238E27FC236}">
                    <a16:creationId xmlns:a16="http://schemas.microsoft.com/office/drawing/2014/main" id="{4FCC5763-1E4D-6269-D115-7AF651807A56}"/>
                  </a:ext>
                </a:extLst>
              </p:cNvPr>
              <p:cNvSpPr/>
              <p:nvPr/>
            </p:nvSpPr>
            <p:spPr>
              <a:xfrm rot="8812624">
                <a:off x="-736327" y="2991503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9" name="현 10">
                <a:extLst>
                  <a:ext uri="{FF2B5EF4-FFF2-40B4-BE49-F238E27FC236}">
                    <a16:creationId xmlns:a16="http://schemas.microsoft.com/office/drawing/2014/main" id="{A56C37BD-CFA4-989E-D3E8-C1C2CB154419}"/>
                  </a:ext>
                </a:extLst>
              </p:cNvPr>
              <p:cNvSpPr/>
              <p:nvPr/>
            </p:nvSpPr>
            <p:spPr>
              <a:xfrm rot="19551520">
                <a:off x="-1088844" y="3468382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0" name="현 11">
                <a:extLst>
                  <a:ext uri="{FF2B5EF4-FFF2-40B4-BE49-F238E27FC236}">
                    <a16:creationId xmlns:a16="http://schemas.microsoft.com/office/drawing/2014/main" id="{46C064FD-59B1-AFE2-4B17-67E420E4A1A7}"/>
                  </a:ext>
                </a:extLst>
              </p:cNvPr>
              <p:cNvSpPr/>
              <p:nvPr/>
            </p:nvSpPr>
            <p:spPr>
              <a:xfrm rot="4598853">
                <a:off x="-1084775" y="2990063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1" name="현 12">
                <a:extLst>
                  <a:ext uri="{FF2B5EF4-FFF2-40B4-BE49-F238E27FC236}">
                    <a16:creationId xmlns:a16="http://schemas.microsoft.com/office/drawing/2014/main" id="{9E58C829-E7DE-A866-DF24-509366A2195B}"/>
                  </a:ext>
                </a:extLst>
              </p:cNvPr>
              <p:cNvSpPr/>
              <p:nvPr/>
            </p:nvSpPr>
            <p:spPr>
              <a:xfrm rot="13056281">
                <a:off x="-609819" y="3297904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2" name="현 13">
                <a:extLst>
                  <a:ext uri="{FF2B5EF4-FFF2-40B4-BE49-F238E27FC236}">
                    <a16:creationId xmlns:a16="http://schemas.microsoft.com/office/drawing/2014/main" id="{B8119379-C77A-EC9A-EFBA-9DC7F4AFA2EE}"/>
                  </a:ext>
                </a:extLst>
              </p:cNvPr>
              <p:cNvSpPr/>
              <p:nvPr/>
            </p:nvSpPr>
            <p:spPr>
              <a:xfrm rot="10800000">
                <a:off x="-629881" y="3118328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3" name="현 14">
                <a:extLst>
                  <a:ext uri="{FF2B5EF4-FFF2-40B4-BE49-F238E27FC236}">
                    <a16:creationId xmlns:a16="http://schemas.microsoft.com/office/drawing/2014/main" id="{A5972D17-F5AF-60CC-9342-7D6BAD6F2D5F}"/>
                  </a:ext>
                </a:extLst>
              </p:cNvPr>
              <p:cNvSpPr/>
              <p:nvPr/>
            </p:nvSpPr>
            <p:spPr>
              <a:xfrm rot="253893">
                <a:off x="-1207314" y="3323711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4" name="현 15">
                <a:extLst>
                  <a:ext uri="{FF2B5EF4-FFF2-40B4-BE49-F238E27FC236}">
                    <a16:creationId xmlns:a16="http://schemas.microsoft.com/office/drawing/2014/main" id="{240F6DA2-3CD4-6D44-155F-C7CCAD7B8B69}"/>
                  </a:ext>
                </a:extLst>
              </p:cNvPr>
              <p:cNvSpPr/>
              <p:nvPr/>
            </p:nvSpPr>
            <p:spPr>
              <a:xfrm rot="14987951">
                <a:off x="-702437" y="3445385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5" name="현 16">
                <a:extLst>
                  <a:ext uri="{FF2B5EF4-FFF2-40B4-BE49-F238E27FC236}">
                    <a16:creationId xmlns:a16="http://schemas.microsoft.com/office/drawing/2014/main" id="{67ACB622-08FA-A298-8913-4E7A48646307}"/>
                  </a:ext>
                </a:extLst>
              </p:cNvPr>
              <p:cNvSpPr/>
              <p:nvPr/>
            </p:nvSpPr>
            <p:spPr>
              <a:xfrm rot="2514970">
                <a:off x="-1202011" y="3138104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6" name="TextBox 5">
                <a:extLst>
                  <a:ext uri="{FF2B5EF4-FFF2-40B4-BE49-F238E27FC236}">
                    <a16:creationId xmlns:a16="http://schemas.microsoft.com/office/drawing/2014/main" id="{7AAD2282-3930-0E93-252F-3777F853EFE8}"/>
                  </a:ext>
                </a:extLst>
              </p:cNvPr>
              <p:cNvSpPr txBox="1"/>
              <p:nvPr/>
            </p:nvSpPr>
            <p:spPr>
              <a:xfrm>
                <a:off x="-1024079" y="3066122"/>
                <a:ext cx="3898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dirty="0"/>
                  <a:t>28</a:t>
                </a:r>
              </a:p>
              <a:p>
                <a:pPr algn="ctr"/>
                <a:r>
                  <a:rPr lang="ko-KR" altLang="en-US" sz="800" dirty="0"/>
                  <a:t>혼주</a:t>
                </a:r>
                <a:endParaRPr lang="en-US" altLang="ko-KR" sz="800" dirty="0"/>
              </a:p>
              <a:p>
                <a:pPr algn="ctr"/>
                <a:r>
                  <a:rPr lang="ko-KR" altLang="en-US" sz="800" dirty="0"/>
                  <a:t>하객</a:t>
                </a:r>
                <a:endParaRPr lang="en-US" altLang="ko-KR" sz="800" dirty="0"/>
              </a:p>
            </p:txBody>
          </p:sp>
        </p:grpSp>
        <p:grpSp>
          <p:nvGrpSpPr>
            <p:cNvPr id="1919" name="그룹 1918">
              <a:extLst>
                <a:ext uri="{FF2B5EF4-FFF2-40B4-BE49-F238E27FC236}">
                  <a16:creationId xmlns:a16="http://schemas.microsoft.com/office/drawing/2014/main" id="{C67A2A2B-5FFC-1943-778B-B89A58BA946C}"/>
                </a:ext>
              </a:extLst>
            </p:cNvPr>
            <p:cNvGrpSpPr/>
            <p:nvPr/>
          </p:nvGrpSpPr>
          <p:grpSpPr>
            <a:xfrm>
              <a:off x="5755825" y="3310108"/>
              <a:ext cx="755653" cy="720080"/>
              <a:chOff x="-1207314" y="2943995"/>
              <a:chExt cx="755653" cy="720080"/>
            </a:xfrm>
          </p:grpSpPr>
          <p:sp>
            <p:nvSpPr>
              <p:cNvPr id="1933" name="현 17">
                <a:extLst>
                  <a:ext uri="{FF2B5EF4-FFF2-40B4-BE49-F238E27FC236}">
                    <a16:creationId xmlns:a16="http://schemas.microsoft.com/office/drawing/2014/main" id="{9B2D13C6-EFCA-1997-7963-304AE0AACD4C}"/>
                  </a:ext>
                </a:extLst>
              </p:cNvPr>
              <p:cNvSpPr/>
              <p:nvPr/>
            </p:nvSpPr>
            <p:spPr>
              <a:xfrm rot="6802860">
                <a:off x="-910900" y="2939535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4" name="타원 3">
                <a:extLst>
                  <a:ext uri="{FF2B5EF4-FFF2-40B4-BE49-F238E27FC236}">
                    <a16:creationId xmlns:a16="http://schemas.microsoft.com/office/drawing/2014/main" id="{2F49DFBC-68A0-C895-24C9-379EF14EC36F}"/>
                  </a:ext>
                </a:extLst>
              </p:cNvPr>
              <p:cNvSpPr/>
              <p:nvPr/>
            </p:nvSpPr>
            <p:spPr>
              <a:xfrm>
                <a:off x="-1090381" y="3062175"/>
                <a:ext cx="514740" cy="485709"/>
              </a:xfrm>
              <a:prstGeom prst="ellips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300" dirty="0"/>
              </a:p>
            </p:txBody>
          </p:sp>
          <p:sp>
            <p:nvSpPr>
              <p:cNvPr id="1935" name="현 1934">
                <a:extLst>
                  <a:ext uri="{FF2B5EF4-FFF2-40B4-BE49-F238E27FC236}">
                    <a16:creationId xmlns:a16="http://schemas.microsoft.com/office/drawing/2014/main" id="{2C59C970-414B-F955-E9BF-AB4F6780CB24}"/>
                  </a:ext>
                </a:extLst>
              </p:cNvPr>
              <p:cNvSpPr/>
              <p:nvPr/>
            </p:nvSpPr>
            <p:spPr>
              <a:xfrm rot="17541756">
                <a:off x="-900560" y="3510377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6" name="현 21">
                <a:extLst>
                  <a:ext uri="{FF2B5EF4-FFF2-40B4-BE49-F238E27FC236}">
                    <a16:creationId xmlns:a16="http://schemas.microsoft.com/office/drawing/2014/main" id="{0BC345ED-4201-7D03-9E23-EFA94BC27246}"/>
                  </a:ext>
                </a:extLst>
              </p:cNvPr>
              <p:cNvSpPr/>
              <p:nvPr/>
            </p:nvSpPr>
            <p:spPr>
              <a:xfrm rot="8812624">
                <a:off x="-736327" y="2991503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7" name="현 10">
                <a:extLst>
                  <a:ext uri="{FF2B5EF4-FFF2-40B4-BE49-F238E27FC236}">
                    <a16:creationId xmlns:a16="http://schemas.microsoft.com/office/drawing/2014/main" id="{B9DB0B5B-9F1F-A4BB-7792-2FB33928654D}"/>
                  </a:ext>
                </a:extLst>
              </p:cNvPr>
              <p:cNvSpPr/>
              <p:nvPr/>
            </p:nvSpPr>
            <p:spPr>
              <a:xfrm rot="19551520">
                <a:off x="-1088844" y="3468382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8" name="현 11">
                <a:extLst>
                  <a:ext uri="{FF2B5EF4-FFF2-40B4-BE49-F238E27FC236}">
                    <a16:creationId xmlns:a16="http://schemas.microsoft.com/office/drawing/2014/main" id="{6570239A-CBD7-391C-26D2-E63CCF99CFCD}"/>
                  </a:ext>
                </a:extLst>
              </p:cNvPr>
              <p:cNvSpPr/>
              <p:nvPr/>
            </p:nvSpPr>
            <p:spPr>
              <a:xfrm rot="4598853">
                <a:off x="-1084775" y="2990063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9" name="현 12">
                <a:extLst>
                  <a:ext uri="{FF2B5EF4-FFF2-40B4-BE49-F238E27FC236}">
                    <a16:creationId xmlns:a16="http://schemas.microsoft.com/office/drawing/2014/main" id="{9D30170F-F91A-C466-F119-01FD34F8224F}"/>
                  </a:ext>
                </a:extLst>
              </p:cNvPr>
              <p:cNvSpPr/>
              <p:nvPr/>
            </p:nvSpPr>
            <p:spPr>
              <a:xfrm rot="13056281">
                <a:off x="-609819" y="3297904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0" name="현 13">
                <a:extLst>
                  <a:ext uri="{FF2B5EF4-FFF2-40B4-BE49-F238E27FC236}">
                    <a16:creationId xmlns:a16="http://schemas.microsoft.com/office/drawing/2014/main" id="{90064D60-4DAD-7593-375A-9716317B34D7}"/>
                  </a:ext>
                </a:extLst>
              </p:cNvPr>
              <p:cNvSpPr/>
              <p:nvPr/>
            </p:nvSpPr>
            <p:spPr>
              <a:xfrm rot="10800000">
                <a:off x="-629881" y="3118328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1" name="현 14">
                <a:extLst>
                  <a:ext uri="{FF2B5EF4-FFF2-40B4-BE49-F238E27FC236}">
                    <a16:creationId xmlns:a16="http://schemas.microsoft.com/office/drawing/2014/main" id="{3EF91FA6-2051-5BF8-6C3C-5EF822199ED5}"/>
                  </a:ext>
                </a:extLst>
              </p:cNvPr>
              <p:cNvSpPr/>
              <p:nvPr/>
            </p:nvSpPr>
            <p:spPr>
              <a:xfrm rot="253893">
                <a:off x="-1207314" y="3323711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2" name="현 15">
                <a:extLst>
                  <a:ext uri="{FF2B5EF4-FFF2-40B4-BE49-F238E27FC236}">
                    <a16:creationId xmlns:a16="http://schemas.microsoft.com/office/drawing/2014/main" id="{97E4DB94-1D99-7344-1406-019F01D698FC}"/>
                  </a:ext>
                </a:extLst>
              </p:cNvPr>
              <p:cNvSpPr/>
              <p:nvPr/>
            </p:nvSpPr>
            <p:spPr>
              <a:xfrm rot="14987951">
                <a:off x="-702437" y="3445385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3" name="현 16">
                <a:extLst>
                  <a:ext uri="{FF2B5EF4-FFF2-40B4-BE49-F238E27FC236}">
                    <a16:creationId xmlns:a16="http://schemas.microsoft.com/office/drawing/2014/main" id="{5EA6F867-5328-9EAB-8CC1-3F0C78E8AB70}"/>
                  </a:ext>
                </a:extLst>
              </p:cNvPr>
              <p:cNvSpPr/>
              <p:nvPr/>
            </p:nvSpPr>
            <p:spPr>
              <a:xfrm rot="2514970">
                <a:off x="-1202011" y="3138104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4" name="TextBox 5">
                <a:extLst>
                  <a:ext uri="{FF2B5EF4-FFF2-40B4-BE49-F238E27FC236}">
                    <a16:creationId xmlns:a16="http://schemas.microsoft.com/office/drawing/2014/main" id="{1E68DE6A-99F2-6A99-C35F-11E1C9F808CD}"/>
                  </a:ext>
                </a:extLst>
              </p:cNvPr>
              <p:cNvSpPr txBox="1"/>
              <p:nvPr/>
            </p:nvSpPr>
            <p:spPr>
              <a:xfrm>
                <a:off x="-1024079" y="3066122"/>
                <a:ext cx="3898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dirty="0"/>
                  <a:t>35</a:t>
                </a:r>
              </a:p>
              <a:p>
                <a:pPr algn="ctr"/>
                <a:r>
                  <a:rPr lang="ko-KR" altLang="en-US" sz="800" dirty="0"/>
                  <a:t>혼주</a:t>
                </a:r>
                <a:endParaRPr lang="en-US" altLang="ko-KR" sz="800" dirty="0"/>
              </a:p>
              <a:p>
                <a:pPr algn="ctr"/>
                <a:r>
                  <a:rPr lang="ko-KR" altLang="en-US" sz="800" dirty="0"/>
                  <a:t>하객</a:t>
                </a:r>
                <a:endParaRPr lang="en-US" altLang="ko-KR" sz="800" dirty="0"/>
              </a:p>
            </p:txBody>
          </p:sp>
        </p:grpSp>
        <p:grpSp>
          <p:nvGrpSpPr>
            <p:cNvPr id="1920" name="그룹 1919">
              <a:extLst>
                <a:ext uri="{FF2B5EF4-FFF2-40B4-BE49-F238E27FC236}">
                  <a16:creationId xmlns:a16="http://schemas.microsoft.com/office/drawing/2014/main" id="{503E2928-E147-239A-5AFB-7E7F8E29D836}"/>
                </a:ext>
              </a:extLst>
            </p:cNvPr>
            <p:cNvGrpSpPr/>
            <p:nvPr/>
          </p:nvGrpSpPr>
          <p:grpSpPr>
            <a:xfrm>
              <a:off x="6554052" y="3310108"/>
              <a:ext cx="755653" cy="720080"/>
              <a:chOff x="-1207314" y="2943995"/>
              <a:chExt cx="755653" cy="720080"/>
            </a:xfrm>
          </p:grpSpPr>
          <p:sp>
            <p:nvSpPr>
              <p:cNvPr id="1921" name="현 17">
                <a:extLst>
                  <a:ext uri="{FF2B5EF4-FFF2-40B4-BE49-F238E27FC236}">
                    <a16:creationId xmlns:a16="http://schemas.microsoft.com/office/drawing/2014/main" id="{56CF7160-EC6B-9154-130B-0DC7F9136D3B}"/>
                  </a:ext>
                </a:extLst>
              </p:cNvPr>
              <p:cNvSpPr/>
              <p:nvPr/>
            </p:nvSpPr>
            <p:spPr>
              <a:xfrm rot="6802860">
                <a:off x="-910900" y="2939535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2" name="타원 3">
                <a:extLst>
                  <a:ext uri="{FF2B5EF4-FFF2-40B4-BE49-F238E27FC236}">
                    <a16:creationId xmlns:a16="http://schemas.microsoft.com/office/drawing/2014/main" id="{12CCCEFC-9DE5-A1D3-64EE-0F57E076B548}"/>
                  </a:ext>
                </a:extLst>
              </p:cNvPr>
              <p:cNvSpPr/>
              <p:nvPr/>
            </p:nvSpPr>
            <p:spPr>
              <a:xfrm>
                <a:off x="-1090381" y="3062175"/>
                <a:ext cx="514740" cy="485709"/>
              </a:xfrm>
              <a:prstGeom prst="ellips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300" dirty="0"/>
              </a:p>
            </p:txBody>
          </p:sp>
          <p:sp>
            <p:nvSpPr>
              <p:cNvPr id="1923" name="현 1922">
                <a:extLst>
                  <a:ext uri="{FF2B5EF4-FFF2-40B4-BE49-F238E27FC236}">
                    <a16:creationId xmlns:a16="http://schemas.microsoft.com/office/drawing/2014/main" id="{A7433500-48B7-17C6-43E7-BA4FE196E724}"/>
                  </a:ext>
                </a:extLst>
              </p:cNvPr>
              <p:cNvSpPr/>
              <p:nvPr/>
            </p:nvSpPr>
            <p:spPr>
              <a:xfrm rot="17541756">
                <a:off x="-900560" y="3510377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4" name="현 21">
                <a:extLst>
                  <a:ext uri="{FF2B5EF4-FFF2-40B4-BE49-F238E27FC236}">
                    <a16:creationId xmlns:a16="http://schemas.microsoft.com/office/drawing/2014/main" id="{DC362CEA-22A8-2DC2-D0E5-0DE210CFAB01}"/>
                  </a:ext>
                </a:extLst>
              </p:cNvPr>
              <p:cNvSpPr/>
              <p:nvPr/>
            </p:nvSpPr>
            <p:spPr>
              <a:xfrm rot="8812624">
                <a:off x="-736327" y="2991503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5" name="현 10">
                <a:extLst>
                  <a:ext uri="{FF2B5EF4-FFF2-40B4-BE49-F238E27FC236}">
                    <a16:creationId xmlns:a16="http://schemas.microsoft.com/office/drawing/2014/main" id="{C789AF0D-9D80-5BD0-33E5-BC3E4141DDDF}"/>
                  </a:ext>
                </a:extLst>
              </p:cNvPr>
              <p:cNvSpPr/>
              <p:nvPr/>
            </p:nvSpPr>
            <p:spPr>
              <a:xfrm rot="19551520">
                <a:off x="-1088844" y="3468382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6" name="현 11">
                <a:extLst>
                  <a:ext uri="{FF2B5EF4-FFF2-40B4-BE49-F238E27FC236}">
                    <a16:creationId xmlns:a16="http://schemas.microsoft.com/office/drawing/2014/main" id="{73594BC7-738F-9635-659E-68A5C7B2DC66}"/>
                  </a:ext>
                </a:extLst>
              </p:cNvPr>
              <p:cNvSpPr/>
              <p:nvPr/>
            </p:nvSpPr>
            <p:spPr>
              <a:xfrm rot="4598853">
                <a:off x="-1084775" y="2990063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7" name="현 12">
                <a:extLst>
                  <a:ext uri="{FF2B5EF4-FFF2-40B4-BE49-F238E27FC236}">
                    <a16:creationId xmlns:a16="http://schemas.microsoft.com/office/drawing/2014/main" id="{A7E6CB9F-83D5-48E8-C525-4BFDED998F49}"/>
                  </a:ext>
                </a:extLst>
              </p:cNvPr>
              <p:cNvSpPr/>
              <p:nvPr/>
            </p:nvSpPr>
            <p:spPr>
              <a:xfrm rot="13056281">
                <a:off x="-609819" y="3297904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8" name="현 13">
                <a:extLst>
                  <a:ext uri="{FF2B5EF4-FFF2-40B4-BE49-F238E27FC236}">
                    <a16:creationId xmlns:a16="http://schemas.microsoft.com/office/drawing/2014/main" id="{962228B8-E28F-DFFF-FAA2-11B1743D3D13}"/>
                  </a:ext>
                </a:extLst>
              </p:cNvPr>
              <p:cNvSpPr/>
              <p:nvPr/>
            </p:nvSpPr>
            <p:spPr>
              <a:xfrm rot="10800000">
                <a:off x="-629881" y="3118328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9" name="현 14">
                <a:extLst>
                  <a:ext uri="{FF2B5EF4-FFF2-40B4-BE49-F238E27FC236}">
                    <a16:creationId xmlns:a16="http://schemas.microsoft.com/office/drawing/2014/main" id="{28405426-F089-1DFB-5BEE-47263CDD76FA}"/>
                  </a:ext>
                </a:extLst>
              </p:cNvPr>
              <p:cNvSpPr/>
              <p:nvPr/>
            </p:nvSpPr>
            <p:spPr>
              <a:xfrm rot="253893">
                <a:off x="-1207314" y="3323711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0" name="현 15">
                <a:extLst>
                  <a:ext uri="{FF2B5EF4-FFF2-40B4-BE49-F238E27FC236}">
                    <a16:creationId xmlns:a16="http://schemas.microsoft.com/office/drawing/2014/main" id="{7D7C7113-630C-D816-5A40-1D7C5E228027}"/>
                  </a:ext>
                </a:extLst>
              </p:cNvPr>
              <p:cNvSpPr/>
              <p:nvPr/>
            </p:nvSpPr>
            <p:spPr>
              <a:xfrm rot="14987951">
                <a:off x="-702437" y="3445385"/>
                <a:ext cx="149238" cy="15815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1" name="현 16">
                <a:extLst>
                  <a:ext uri="{FF2B5EF4-FFF2-40B4-BE49-F238E27FC236}">
                    <a16:creationId xmlns:a16="http://schemas.microsoft.com/office/drawing/2014/main" id="{41086FBB-41CF-6C3D-E6B0-1064B2CE3521}"/>
                  </a:ext>
                </a:extLst>
              </p:cNvPr>
              <p:cNvSpPr/>
              <p:nvPr/>
            </p:nvSpPr>
            <p:spPr>
              <a:xfrm rot="2514970">
                <a:off x="-1202011" y="3138104"/>
                <a:ext cx="158158" cy="149238"/>
              </a:xfrm>
              <a:prstGeom prst="chor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2" name="TextBox 5">
                <a:extLst>
                  <a:ext uri="{FF2B5EF4-FFF2-40B4-BE49-F238E27FC236}">
                    <a16:creationId xmlns:a16="http://schemas.microsoft.com/office/drawing/2014/main" id="{3A4C6966-0289-F878-77DF-90B18792E9E8}"/>
                  </a:ext>
                </a:extLst>
              </p:cNvPr>
              <p:cNvSpPr txBox="1"/>
              <p:nvPr/>
            </p:nvSpPr>
            <p:spPr>
              <a:xfrm>
                <a:off x="-1024079" y="3066122"/>
                <a:ext cx="3898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dirty="0"/>
                  <a:t>42</a:t>
                </a:r>
              </a:p>
              <a:p>
                <a:pPr algn="ctr"/>
                <a:r>
                  <a:rPr lang="ko-KR" altLang="en-US" sz="800" dirty="0"/>
                  <a:t>혼주</a:t>
                </a:r>
                <a:endParaRPr lang="en-US" altLang="ko-KR" sz="800" dirty="0"/>
              </a:p>
              <a:p>
                <a:pPr algn="ctr"/>
                <a:r>
                  <a:rPr lang="ko-KR" altLang="en-US" sz="800" dirty="0"/>
                  <a:t>하객</a:t>
                </a:r>
                <a:endParaRPr lang="en-US" altLang="ko-KR" sz="800" dirty="0"/>
              </a:p>
            </p:txBody>
          </p:sp>
        </p:grpSp>
      </p:grpSp>
      <p:sp>
        <p:nvSpPr>
          <p:cNvPr id="1996" name="타원 3">
            <a:extLst>
              <a:ext uri="{FF2B5EF4-FFF2-40B4-BE49-F238E27FC236}">
                <a16:creationId xmlns:a16="http://schemas.microsoft.com/office/drawing/2014/main" id="{C19CC402-A09C-7B59-3FF9-1003899D4C9A}"/>
              </a:ext>
            </a:extLst>
          </p:cNvPr>
          <p:cNvSpPr/>
          <p:nvPr/>
        </p:nvSpPr>
        <p:spPr>
          <a:xfrm>
            <a:off x="7740352" y="4869160"/>
            <a:ext cx="514740" cy="485709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300" dirty="0"/>
          </a:p>
        </p:txBody>
      </p:sp>
      <p:sp>
        <p:nvSpPr>
          <p:cNvPr id="1997" name="TextBox 5">
            <a:extLst>
              <a:ext uri="{FF2B5EF4-FFF2-40B4-BE49-F238E27FC236}">
                <a16:creationId xmlns:a16="http://schemas.microsoft.com/office/drawing/2014/main" id="{263EBFFB-4A28-1812-4039-7E6B66086B91}"/>
              </a:ext>
            </a:extLst>
          </p:cNvPr>
          <p:cNvSpPr txBox="1"/>
          <p:nvPr/>
        </p:nvSpPr>
        <p:spPr>
          <a:xfrm>
            <a:off x="7751500" y="5004292"/>
            <a:ext cx="49244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/>
              <a:t>신랑측</a:t>
            </a:r>
            <a:endParaRPr lang="en-US" altLang="ko-KR" sz="800" dirty="0"/>
          </a:p>
        </p:txBody>
      </p:sp>
      <p:sp>
        <p:nvSpPr>
          <p:cNvPr id="1998" name="타원 3">
            <a:extLst>
              <a:ext uri="{FF2B5EF4-FFF2-40B4-BE49-F238E27FC236}">
                <a16:creationId xmlns:a16="http://schemas.microsoft.com/office/drawing/2014/main" id="{0063F48D-74EF-3821-A418-E443EF60C65D}"/>
              </a:ext>
            </a:extLst>
          </p:cNvPr>
          <p:cNvSpPr/>
          <p:nvPr/>
        </p:nvSpPr>
        <p:spPr>
          <a:xfrm>
            <a:off x="7740352" y="1745985"/>
            <a:ext cx="514740" cy="48570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300" dirty="0"/>
          </a:p>
        </p:txBody>
      </p:sp>
      <p:sp>
        <p:nvSpPr>
          <p:cNvPr id="1999" name="TextBox 5">
            <a:extLst>
              <a:ext uri="{FF2B5EF4-FFF2-40B4-BE49-F238E27FC236}">
                <a16:creationId xmlns:a16="http://schemas.microsoft.com/office/drawing/2014/main" id="{C0A26014-933F-C6EB-AE85-A9C36327CF12}"/>
              </a:ext>
            </a:extLst>
          </p:cNvPr>
          <p:cNvSpPr txBox="1"/>
          <p:nvPr/>
        </p:nvSpPr>
        <p:spPr>
          <a:xfrm>
            <a:off x="7751501" y="1881117"/>
            <a:ext cx="49244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/>
              <a:t>신부측</a:t>
            </a:r>
            <a:endParaRPr lang="en-US" altLang="ko-KR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7220" y="1097826"/>
            <a:ext cx="8229600" cy="720000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3</a:t>
            </a:r>
            <a:r>
              <a:rPr lang="ko-KR" altLang="en-US" dirty="0"/>
              <a:t>층 테라스 </a:t>
            </a:r>
            <a:r>
              <a:rPr lang="en-US" altLang="ko-KR" dirty="0"/>
              <a:t>(</a:t>
            </a:r>
            <a:r>
              <a:rPr lang="ko-KR" altLang="en-US" dirty="0" err="1"/>
              <a:t>웨딩</a:t>
            </a:r>
            <a:r>
              <a:rPr lang="en-US" altLang="ko-KR" dirty="0"/>
              <a:t>, 45</a:t>
            </a:r>
            <a:r>
              <a:rPr lang="ko-KR" altLang="en-US" dirty="0"/>
              <a:t>석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602781" y="2500306"/>
            <a:ext cx="7969747" cy="2214578"/>
            <a:chOff x="602781" y="2500306"/>
            <a:chExt cx="7969747" cy="2214578"/>
          </a:xfrm>
        </p:grpSpPr>
        <p:grpSp>
          <p:nvGrpSpPr>
            <p:cNvPr id="4" name="그룹 12"/>
            <p:cNvGrpSpPr/>
            <p:nvPr/>
          </p:nvGrpSpPr>
          <p:grpSpPr>
            <a:xfrm>
              <a:off x="602781" y="2500306"/>
              <a:ext cx="7969747" cy="2214578"/>
              <a:chOff x="602781" y="2500306"/>
              <a:chExt cx="7969747" cy="2214578"/>
            </a:xfrm>
          </p:grpSpPr>
          <p:grpSp>
            <p:nvGrpSpPr>
              <p:cNvPr id="6" name="그룹 6"/>
              <p:cNvGrpSpPr/>
              <p:nvPr/>
            </p:nvGrpSpPr>
            <p:grpSpPr>
              <a:xfrm>
                <a:off x="602781" y="2500306"/>
                <a:ext cx="7969747" cy="2214578"/>
                <a:chOff x="602781" y="2500306"/>
                <a:chExt cx="7969747" cy="2214578"/>
              </a:xfrm>
            </p:grpSpPr>
            <p:pic>
              <p:nvPicPr>
                <p:cNvPr id="12" name="Picture 2" descr="C:\Documents and Settings\user\바탕 화면\고니\3층 테라스.JPG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>
                  <a:off x="602781" y="2500306"/>
                  <a:ext cx="7969747" cy="2214578"/>
                </a:xfrm>
                <a:prstGeom prst="rect">
                  <a:avLst/>
                </a:prstGeom>
                <a:noFill/>
              </p:spPr>
            </p:pic>
            <p:sp>
              <p:nvSpPr>
                <p:cNvPr id="13" name="직사각형 12"/>
                <p:cNvSpPr/>
                <p:nvPr/>
              </p:nvSpPr>
              <p:spPr>
                <a:xfrm>
                  <a:off x="1366476" y="3356992"/>
                  <a:ext cx="2088232" cy="79208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4" name="직사각형 4"/>
                <p:cNvSpPr/>
                <p:nvPr/>
              </p:nvSpPr>
              <p:spPr>
                <a:xfrm>
                  <a:off x="3707904" y="3356992"/>
                  <a:ext cx="2088232" cy="79208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5" name="직사각형 14"/>
                <p:cNvSpPr/>
                <p:nvPr/>
              </p:nvSpPr>
              <p:spPr>
                <a:xfrm>
                  <a:off x="5724128" y="3356992"/>
                  <a:ext cx="2088232" cy="79208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7" name="직사각형 6"/>
              <p:cNvSpPr/>
              <p:nvPr/>
            </p:nvSpPr>
            <p:spPr>
              <a:xfrm>
                <a:off x="6804248" y="2772219"/>
                <a:ext cx="936104" cy="57606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" name="직사각형 7"/>
              <p:cNvSpPr/>
              <p:nvPr/>
            </p:nvSpPr>
            <p:spPr>
              <a:xfrm>
                <a:off x="5508104" y="2772219"/>
                <a:ext cx="936104" cy="57606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" name="직사각형 8"/>
              <p:cNvSpPr/>
              <p:nvPr/>
            </p:nvSpPr>
            <p:spPr>
              <a:xfrm>
                <a:off x="4211960" y="2772219"/>
                <a:ext cx="936104" cy="57606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직사각형 9"/>
              <p:cNvSpPr/>
              <p:nvPr/>
            </p:nvSpPr>
            <p:spPr>
              <a:xfrm>
                <a:off x="2915816" y="2772219"/>
                <a:ext cx="936104" cy="57606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직사각형 10"/>
              <p:cNvSpPr/>
              <p:nvPr/>
            </p:nvSpPr>
            <p:spPr>
              <a:xfrm>
                <a:off x="1626045" y="2772219"/>
                <a:ext cx="936104" cy="57606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" name="직사각형 4"/>
            <p:cNvSpPr/>
            <p:nvPr/>
          </p:nvSpPr>
          <p:spPr>
            <a:xfrm>
              <a:off x="3275856" y="3068960"/>
              <a:ext cx="504056" cy="11521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6" name="그룹 15"/>
          <p:cNvGrpSpPr/>
          <p:nvPr/>
        </p:nvGrpSpPr>
        <p:grpSpPr>
          <a:xfrm>
            <a:off x="2405070" y="3095087"/>
            <a:ext cx="5767329" cy="1053993"/>
            <a:chOff x="3472170" y="1687593"/>
            <a:chExt cx="3338403" cy="610101"/>
          </a:xfrm>
        </p:grpSpPr>
        <p:grpSp>
          <p:nvGrpSpPr>
            <p:cNvPr id="18" name="그룹 17"/>
            <p:cNvGrpSpPr/>
            <p:nvPr/>
          </p:nvGrpSpPr>
          <p:grpSpPr>
            <a:xfrm>
              <a:off x="3472170" y="1687593"/>
              <a:ext cx="640241" cy="610101"/>
              <a:chOff x="3182384" y="2440330"/>
              <a:chExt cx="2516953" cy="2541821"/>
            </a:xfrm>
          </p:grpSpPr>
          <p:sp>
            <p:nvSpPr>
              <p:cNvPr id="77" name="현 18"/>
              <p:cNvSpPr/>
              <p:nvPr/>
            </p:nvSpPr>
            <p:spPr>
              <a:xfrm rot="6802860">
                <a:off x="4154833" y="2440330"/>
                <a:ext cx="526799" cy="526799"/>
              </a:xfrm>
              <a:prstGeom prst="chord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78" name="그룹 14"/>
              <p:cNvGrpSpPr/>
              <p:nvPr/>
            </p:nvGrpSpPr>
            <p:grpSpPr>
              <a:xfrm>
                <a:off x="3182384" y="2608029"/>
                <a:ext cx="2516953" cy="2374122"/>
                <a:chOff x="3182384" y="2608029"/>
                <a:chExt cx="2516953" cy="2374122"/>
              </a:xfrm>
              <a:solidFill>
                <a:schemeClr val="accent2">
                  <a:lumMod val="75000"/>
                </a:schemeClr>
              </a:solidFill>
            </p:grpSpPr>
            <p:sp>
              <p:nvSpPr>
                <p:cNvPr id="79" name="타원 3"/>
                <p:cNvSpPr/>
                <p:nvPr/>
              </p:nvSpPr>
              <p:spPr>
                <a:xfrm>
                  <a:off x="3571868" y="2857496"/>
                  <a:ext cx="1714512" cy="171451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1300" dirty="0"/>
                </a:p>
              </p:txBody>
            </p:sp>
            <p:sp>
              <p:nvSpPr>
                <p:cNvPr id="80" name="현 79"/>
                <p:cNvSpPr/>
                <p:nvPr/>
              </p:nvSpPr>
              <p:spPr>
                <a:xfrm rot="17541756">
                  <a:off x="4189273" y="4455352"/>
                  <a:ext cx="526799" cy="526799"/>
                </a:xfrm>
                <a:prstGeom prst="chor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81" name="현 80"/>
                <p:cNvSpPr/>
                <p:nvPr/>
              </p:nvSpPr>
              <p:spPr>
                <a:xfrm rot="8812624">
                  <a:off x="4751161" y="2608029"/>
                  <a:ext cx="526799" cy="526799"/>
                </a:xfrm>
                <a:prstGeom prst="chor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82" name="현 81"/>
                <p:cNvSpPr/>
                <p:nvPr/>
              </p:nvSpPr>
              <p:spPr>
                <a:xfrm rot="19551520">
                  <a:off x="3576986" y="4291373"/>
                  <a:ext cx="526799" cy="526799"/>
                </a:xfrm>
                <a:prstGeom prst="chor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83" name="현 82"/>
                <p:cNvSpPr/>
                <p:nvPr/>
              </p:nvSpPr>
              <p:spPr>
                <a:xfrm rot="4598853">
                  <a:off x="3575685" y="2618689"/>
                  <a:ext cx="526799" cy="526799"/>
                </a:xfrm>
                <a:prstGeom prst="chor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84" name="현 83"/>
                <p:cNvSpPr/>
                <p:nvPr/>
              </p:nvSpPr>
              <p:spPr>
                <a:xfrm rot="13056281">
                  <a:off x="5172538" y="3689599"/>
                  <a:ext cx="526799" cy="526799"/>
                </a:xfrm>
                <a:prstGeom prst="chor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85" name="현 84"/>
                <p:cNvSpPr/>
                <p:nvPr/>
              </p:nvSpPr>
              <p:spPr>
                <a:xfrm rot="10800000">
                  <a:off x="5105715" y="3055710"/>
                  <a:ext cx="526799" cy="526799"/>
                </a:xfrm>
                <a:prstGeom prst="chor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86" name="현 85"/>
                <p:cNvSpPr/>
                <p:nvPr/>
              </p:nvSpPr>
              <p:spPr>
                <a:xfrm rot="253893">
                  <a:off x="3182384" y="3780695"/>
                  <a:ext cx="526799" cy="526799"/>
                </a:xfrm>
                <a:prstGeom prst="chor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87" name="현 86"/>
                <p:cNvSpPr/>
                <p:nvPr/>
              </p:nvSpPr>
              <p:spPr>
                <a:xfrm rot="14987951">
                  <a:off x="4849189" y="4225937"/>
                  <a:ext cx="526799" cy="526799"/>
                </a:xfrm>
                <a:prstGeom prst="chor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88" name="현 87"/>
                <p:cNvSpPr/>
                <p:nvPr/>
              </p:nvSpPr>
              <p:spPr>
                <a:xfrm rot="2514970">
                  <a:off x="3200049" y="3125519"/>
                  <a:ext cx="526799" cy="526799"/>
                </a:xfrm>
                <a:prstGeom prst="chor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  <p:grpSp>
          <p:nvGrpSpPr>
            <p:cNvPr id="19" name="그룹 16"/>
            <p:cNvGrpSpPr/>
            <p:nvPr/>
          </p:nvGrpSpPr>
          <p:grpSpPr>
            <a:xfrm>
              <a:off x="4144424" y="1687593"/>
              <a:ext cx="640241" cy="610101"/>
              <a:chOff x="3182384" y="2440330"/>
              <a:chExt cx="2516953" cy="2541821"/>
            </a:xfrm>
          </p:grpSpPr>
          <p:sp>
            <p:nvSpPr>
              <p:cNvPr id="65" name="현 17"/>
              <p:cNvSpPr/>
              <p:nvPr/>
            </p:nvSpPr>
            <p:spPr>
              <a:xfrm rot="6802860">
                <a:off x="4154833" y="2440330"/>
                <a:ext cx="526799" cy="526799"/>
              </a:xfrm>
              <a:prstGeom prst="chord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66" name="그룹 14"/>
              <p:cNvGrpSpPr/>
              <p:nvPr/>
            </p:nvGrpSpPr>
            <p:grpSpPr>
              <a:xfrm>
                <a:off x="3182384" y="2608029"/>
                <a:ext cx="2516953" cy="2374122"/>
                <a:chOff x="3182384" y="2608029"/>
                <a:chExt cx="2516953" cy="2374122"/>
              </a:xfrm>
              <a:solidFill>
                <a:schemeClr val="accent2">
                  <a:lumMod val="75000"/>
                </a:schemeClr>
              </a:solidFill>
            </p:grpSpPr>
            <p:sp>
              <p:nvSpPr>
                <p:cNvPr id="67" name="타원 3"/>
                <p:cNvSpPr/>
                <p:nvPr/>
              </p:nvSpPr>
              <p:spPr>
                <a:xfrm>
                  <a:off x="3571868" y="2857496"/>
                  <a:ext cx="1714512" cy="171451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1300" dirty="0"/>
                </a:p>
              </p:txBody>
            </p:sp>
            <p:sp>
              <p:nvSpPr>
                <p:cNvPr id="68" name="현 67"/>
                <p:cNvSpPr/>
                <p:nvPr/>
              </p:nvSpPr>
              <p:spPr>
                <a:xfrm rot="17541756">
                  <a:off x="4189273" y="4455352"/>
                  <a:ext cx="526799" cy="526799"/>
                </a:xfrm>
                <a:prstGeom prst="chor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9" name="현 21"/>
                <p:cNvSpPr/>
                <p:nvPr/>
              </p:nvSpPr>
              <p:spPr>
                <a:xfrm rot="8812624">
                  <a:off x="4751161" y="2608029"/>
                  <a:ext cx="526799" cy="526799"/>
                </a:xfrm>
                <a:prstGeom prst="chor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0" name="현 69"/>
                <p:cNvSpPr/>
                <p:nvPr/>
              </p:nvSpPr>
              <p:spPr>
                <a:xfrm rot="19551520">
                  <a:off x="3576986" y="4291373"/>
                  <a:ext cx="526799" cy="526799"/>
                </a:xfrm>
                <a:prstGeom prst="chor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1" name="현 70"/>
                <p:cNvSpPr/>
                <p:nvPr/>
              </p:nvSpPr>
              <p:spPr>
                <a:xfrm rot="4598853">
                  <a:off x="3575685" y="2618689"/>
                  <a:ext cx="526799" cy="526799"/>
                </a:xfrm>
                <a:prstGeom prst="chor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2" name="현 71"/>
                <p:cNvSpPr/>
                <p:nvPr/>
              </p:nvSpPr>
              <p:spPr>
                <a:xfrm rot="13056281">
                  <a:off x="5172538" y="3689599"/>
                  <a:ext cx="526799" cy="526799"/>
                </a:xfrm>
                <a:prstGeom prst="chor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3" name="현 72"/>
                <p:cNvSpPr/>
                <p:nvPr/>
              </p:nvSpPr>
              <p:spPr>
                <a:xfrm rot="10800000">
                  <a:off x="5105715" y="3055710"/>
                  <a:ext cx="526799" cy="526799"/>
                </a:xfrm>
                <a:prstGeom prst="chor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4" name="현 73"/>
                <p:cNvSpPr/>
                <p:nvPr/>
              </p:nvSpPr>
              <p:spPr>
                <a:xfrm rot="253893">
                  <a:off x="3182384" y="3780695"/>
                  <a:ext cx="526799" cy="526799"/>
                </a:xfrm>
                <a:prstGeom prst="chor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5" name="현 74"/>
                <p:cNvSpPr/>
                <p:nvPr/>
              </p:nvSpPr>
              <p:spPr>
                <a:xfrm rot="14987951">
                  <a:off x="4849189" y="4225937"/>
                  <a:ext cx="526799" cy="526799"/>
                </a:xfrm>
                <a:prstGeom prst="chor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6" name="현 42"/>
                <p:cNvSpPr/>
                <p:nvPr/>
              </p:nvSpPr>
              <p:spPr>
                <a:xfrm rot="2514970">
                  <a:off x="3200049" y="3125519"/>
                  <a:ext cx="526799" cy="526799"/>
                </a:xfrm>
                <a:prstGeom prst="chor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  <p:grpSp>
          <p:nvGrpSpPr>
            <p:cNvPr id="20" name="그룹 43"/>
            <p:cNvGrpSpPr/>
            <p:nvPr/>
          </p:nvGrpSpPr>
          <p:grpSpPr>
            <a:xfrm>
              <a:off x="4820735" y="1687593"/>
              <a:ext cx="640241" cy="610101"/>
              <a:chOff x="3182384" y="2440330"/>
              <a:chExt cx="2516953" cy="2541821"/>
            </a:xfrm>
          </p:grpSpPr>
          <p:sp>
            <p:nvSpPr>
              <p:cNvPr id="53" name="현 52"/>
              <p:cNvSpPr/>
              <p:nvPr/>
            </p:nvSpPr>
            <p:spPr>
              <a:xfrm rot="6802860">
                <a:off x="4154833" y="2440330"/>
                <a:ext cx="526799" cy="526799"/>
              </a:xfrm>
              <a:prstGeom prst="chord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54" name="그룹 14"/>
              <p:cNvGrpSpPr/>
              <p:nvPr/>
            </p:nvGrpSpPr>
            <p:grpSpPr>
              <a:xfrm>
                <a:off x="3182384" y="2608029"/>
                <a:ext cx="2516953" cy="2374122"/>
                <a:chOff x="3182384" y="2608029"/>
                <a:chExt cx="2516953" cy="2374122"/>
              </a:xfrm>
              <a:solidFill>
                <a:schemeClr val="accent2">
                  <a:lumMod val="75000"/>
                </a:schemeClr>
              </a:solidFill>
            </p:grpSpPr>
            <p:sp>
              <p:nvSpPr>
                <p:cNvPr id="55" name="타원 3"/>
                <p:cNvSpPr/>
                <p:nvPr/>
              </p:nvSpPr>
              <p:spPr>
                <a:xfrm>
                  <a:off x="3571868" y="2857496"/>
                  <a:ext cx="1714512" cy="171451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1300" dirty="0"/>
                </a:p>
              </p:txBody>
            </p:sp>
            <p:sp>
              <p:nvSpPr>
                <p:cNvPr id="56" name="현 55"/>
                <p:cNvSpPr/>
                <p:nvPr/>
              </p:nvSpPr>
              <p:spPr>
                <a:xfrm rot="17541756">
                  <a:off x="4189273" y="4455352"/>
                  <a:ext cx="526799" cy="526799"/>
                </a:xfrm>
                <a:prstGeom prst="chor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7" name="현 56"/>
                <p:cNvSpPr/>
                <p:nvPr/>
              </p:nvSpPr>
              <p:spPr>
                <a:xfrm rot="8812624">
                  <a:off x="4751161" y="2608029"/>
                  <a:ext cx="526799" cy="526799"/>
                </a:xfrm>
                <a:prstGeom prst="chor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8" name="현 57"/>
                <p:cNvSpPr/>
                <p:nvPr/>
              </p:nvSpPr>
              <p:spPr>
                <a:xfrm rot="19551520">
                  <a:off x="3576986" y="4291373"/>
                  <a:ext cx="526799" cy="526799"/>
                </a:xfrm>
                <a:prstGeom prst="chor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9" name="현 58"/>
                <p:cNvSpPr/>
                <p:nvPr/>
              </p:nvSpPr>
              <p:spPr>
                <a:xfrm rot="4598853">
                  <a:off x="3575685" y="2618689"/>
                  <a:ext cx="526799" cy="526799"/>
                </a:xfrm>
                <a:prstGeom prst="chor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0" name="현 59"/>
                <p:cNvSpPr/>
                <p:nvPr/>
              </p:nvSpPr>
              <p:spPr>
                <a:xfrm rot="13056281">
                  <a:off x="5172538" y="3689599"/>
                  <a:ext cx="526799" cy="526799"/>
                </a:xfrm>
                <a:prstGeom prst="chor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1" name="현 60"/>
                <p:cNvSpPr/>
                <p:nvPr/>
              </p:nvSpPr>
              <p:spPr>
                <a:xfrm rot="10800000">
                  <a:off x="5105715" y="3055710"/>
                  <a:ext cx="526799" cy="526799"/>
                </a:xfrm>
                <a:prstGeom prst="chor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2" name="현 61"/>
                <p:cNvSpPr/>
                <p:nvPr/>
              </p:nvSpPr>
              <p:spPr>
                <a:xfrm rot="253893">
                  <a:off x="3182384" y="3780695"/>
                  <a:ext cx="526799" cy="526799"/>
                </a:xfrm>
                <a:prstGeom prst="chor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3" name="현 54"/>
                <p:cNvSpPr/>
                <p:nvPr/>
              </p:nvSpPr>
              <p:spPr>
                <a:xfrm rot="14987951">
                  <a:off x="4849189" y="4225937"/>
                  <a:ext cx="526799" cy="526799"/>
                </a:xfrm>
                <a:prstGeom prst="chor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4" name="현 63"/>
                <p:cNvSpPr/>
                <p:nvPr/>
              </p:nvSpPr>
              <p:spPr>
                <a:xfrm rot="2514970">
                  <a:off x="3200049" y="3125519"/>
                  <a:ext cx="526799" cy="526799"/>
                </a:xfrm>
                <a:prstGeom prst="chor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  <p:grpSp>
          <p:nvGrpSpPr>
            <p:cNvPr id="21" name="그룹 16"/>
            <p:cNvGrpSpPr/>
            <p:nvPr/>
          </p:nvGrpSpPr>
          <p:grpSpPr>
            <a:xfrm>
              <a:off x="5494020" y="1687593"/>
              <a:ext cx="640241" cy="610101"/>
              <a:chOff x="3182384" y="2440330"/>
              <a:chExt cx="2516953" cy="2541821"/>
            </a:xfrm>
          </p:grpSpPr>
          <p:sp>
            <p:nvSpPr>
              <p:cNvPr id="41" name="현 17"/>
              <p:cNvSpPr/>
              <p:nvPr/>
            </p:nvSpPr>
            <p:spPr>
              <a:xfrm rot="6802860">
                <a:off x="4154833" y="2440330"/>
                <a:ext cx="526799" cy="526799"/>
              </a:xfrm>
              <a:prstGeom prst="chord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2" name="그룹 14"/>
              <p:cNvGrpSpPr/>
              <p:nvPr/>
            </p:nvGrpSpPr>
            <p:grpSpPr>
              <a:xfrm>
                <a:off x="3182384" y="2608029"/>
                <a:ext cx="2516953" cy="2374122"/>
                <a:chOff x="3182384" y="2608029"/>
                <a:chExt cx="2516953" cy="2374122"/>
              </a:xfrm>
              <a:solidFill>
                <a:schemeClr val="accent2">
                  <a:lumMod val="75000"/>
                </a:schemeClr>
              </a:solidFill>
            </p:grpSpPr>
            <p:sp>
              <p:nvSpPr>
                <p:cNvPr id="43" name="타원 3"/>
                <p:cNvSpPr/>
                <p:nvPr/>
              </p:nvSpPr>
              <p:spPr>
                <a:xfrm>
                  <a:off x="3571868" y="2857496"/>
                  <a:ext cx="1714512" cy="171451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1300" dirty="0"/>
                </a:p>
              </p:txBody>
            </p:sp>
            <p:sp>
              <p:nvSpPr>
                <p:cNvPr id="44" name="현 43"/>
                <p:cNvSpPr/>
                <p:nvPr/>
              </p:nvSpPr>
              <p:spPr>
                <a:xfrm rot="17541756">
                  <a:off x="4189273" y="4455352"/>
                  <a:ext cx="526799" cy="526799"/>
                </a:xfrm>
                <a:prstGeom prst="chor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5" name="현 21"/>
                <p:cNvSpPr/>
                <p:nvPr/>
              </p:nvSpPr>
              <p:spPr>
                <a:xfrm rot="8812624">
                  <a:off x="4751161" y="2608029"/>
                  <a:ext cx="526799" cy="526799"/>
                </a:xfrm>
                <a:prstGeom prst="chor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6" name="현 45"/>
                <p:cNvSpPr/>
                <p:nvPr/>
              </p:nvSpPr>
              <p:spPr>
                <a:xfrm rot="19551520">
                  <a:off x="3576986" y="4291373"/>
                  <a:ext cx="526799" cy="526799"/>
                </a:xfrm>
                <a:prstGeom prst="chor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7" name="현 46"/>
                <p:cNvSpPr/>
                <p:nvPr/>
              </p:nvSpPr>
              <p:spPr>
                <a:xfrm rot="4598853">
                  <a:off x="3575685" y="2618689"/>
                  <a:ext cx="526799" cy="526799"/>
                </a:xfrm>
                <a:prstGeom prst="chor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8" name="현 47"/>
                <p:cNvSpPr/>
                <p:nvPr/>
              </p:nvSpPr>
              <p:spPr>
                <a:xfrm rot="13056281">
                  <a:off x="5172538" y="3689599"/>
                  <a:ext cx="526799" cy="526799"/>
                </a:xfrm>
                <a:prstGeom prst="chor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9" name="현 48"/>
                <p:cNvSpPr/>
                <p:nvPr/>
              </p:nvSpPr>
              <p:spPr>
                <a:xfrm rot="10800000">
                  <a:off x="5105715" y="3055710"/>
                  <a:ext cx="526799" cy="526799"/>
                </a:xfrm>
                <a:prstGeom prst="chor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0" name="현 49"/>
                <p:cNvSpPr/>
                <p:nvPr/>
              </p:nvSpPr>
              <p:spPr>
                <a:xfrm rot="253893">
                  <a:off x="3182384" y="3780695"/>
                  <a:ext cx="526799" cy="526799"/>
                </a:xfrm>
                <a:prstGeom prst="chor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1" name="현 50"/>
                <p:cNvSpPr/>
                <p:nvPr/>
              </p:nvSpPr>
              <p:spPr>
                <a:xfrm rot="14987951">
                  <a:off x="4849189" y="4225937"/>
                  <a:ext cx="526799" cy="526799"/>
                </a:xfrm>
                <a:prstGeom prst="chor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2" name="현 51"/>
                <p:cNvSpPr/>
                <p:nvPr/>
              </p:nvSpPr>
              <p:spPr>
                <a:xfrm rot="2514970">
                  <a:off x="3200049" y="3125519"/>
                  <a:ext cx="526799" cy="526799"/>
                </a:xfrm>
                <a:prstGeom prst="chor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  <p:grpSp>
          <p:nvGrpSpPr>
            <p:cNvPr id="22" name="그룹 69"/>
            <p:cNvGrpSpPr/>
            <p:nvPr/>
          </p:nvGrpSpPr>
          <p:grpSpPr>
            <a:xfrm>
              <a:off x="6170332" y="1687593"/>
              <a:ext cx="640241" cy="610101"/>
              <a:chOff x="3182384" y="2440330"/>
              <a:chExt cx="2516953" cy="2541821"/>
            </a:xfrm>
          </p:grpSpPr>
          <p:sp>
            <p:nvSpPr>
              <p:cNvPr id="29" name="현 28"/>
              <p:cNvSpPr/>
              <p:nvPr/>
            </p:nvSpPr>
            <p:spPr>
              <a:xfrm rot="6802860">
                <a:off x="4154833" y="2440330"/>
                <a:ext cx="526799" cy="526799"/>
              </a:xfrm>
              <a:prstGeom prst="chord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0" name="그룹 14"/>
              <p:cNvGrpSpPr/>
              <p:nvPr/>
            </p:nvGrpSpPr>
            <p:grpSpPr>
              <a:xfrm>
                <a:off x="3182384" y="2608029"/>
                <a:ext cx="2516953" cy="2374122"/>
                <a:chOff x="3182384" y="2608029"/>
                <a:chExt cx="2516953" cy="2374122"/>
              </a:xfrm>
              <a:solidFill>
                <a:schemeClr val="accent2">
                  <a:lumMod val="75000"/>
                </a:schemeClr>
              </a:solidFill>
            </p:grpSpPr>
            <p:sp>
              <p:nvSpPr>
                <p:cNvPr id="31" name="타원 3"/>
                <p:cNvSpPr/>
                <p:nvPr/>
              </p:nvSpPr>
              <p:spPr>
                <a:xfrm>
                  <a:off x="3571868" y="2857496"/>
                  <a:ext cx="1714512" cy="171451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1300" dirty="0"/>
                </a:p>
              </p:txBody>
            </p:sp>
            <p:sp>
              <p:nvSpPr>
                <p:cNvPr id="32" name="현 31"/>
                <p:cNvSpPr/>
                <p:nvPr/>
              </p:nvSpPr>
              <p:spPr>
                <a:xfrm rot="17541756">
                  <a:off x="4189273" y="4455352"/>
                  <a:ext cx="526799" cy="526799"/>
                </a:xfrm>
                <a:prstGeom prst="chor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3" name="현 32"/>
                <p:cNvSpPr/>
                <p:nvPr/>
              </p:nvSpPr>
              <p:spPr>
                <a:xfrm rot="8812624">
                  <a:off x="4751161" y="2608029"/>
                  <a:ext cx="526799" cy="526799"/>
                </a:xfrm>
                <a:prstGeom prst="chor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4" name="현 33"/>
                <p:cNvSpPr/>
                <p:nvPr/>
              </p:nvSpPr>
              <p:spPr>
                <a:xfrm rot="19551520">
                  <a:off x="3576986" y="4291373"/>
                  <a:ext cx="526799" cy="526799"/>
                </a:xfrm>
                <a:prstGeom prst="chor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5" name="현 34"/>
                <p:cNvSpPr/>
                <p:nvPr/>
              </p:nvSpPr>
              <p:spPr>
                <a:xfrm rot="4598853">
                  <a:off x="3575685" y="2618689"/>
                  <a:ext cx="526799" cy="526799"/>
                </a:xfrm>
                <a:prstGeom prst="chor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6" name="현 35"/>
                <p:cNvSpPr/>
                <p:nvPr/>
              </p:nvSpPr>
              <p:spPr>
                <a:xfrm rot="13056281">
                  <a:off x="5172538" y="3689599"/>
                  <a:ext cx="526799" cy="526799"/>
                </a:xfrm>
                <a:prstGeom prst="chor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7" name="현 36"/>
                <p:cNvSpPr/>
                <p:nvPr/>
              </p:nvSpPr>
              <p:spPr>
                <a:xfrm rot="10800000">
                  <a:off x="5105715" y="3055710"/>
                  <a:ext cx="526799" cy="526799"/>
                </a:xfrm>
                <a:prstGeom prst="chor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8" name="현 37"/>
                <p:cNvSpPr/>
                <p:nvPr/>
              </p:nvSpPr>
              <p:spPr>
                <a:xfrm rot="253893">
                  <a:off x="3182384" y="3780695"/>
                  <a:ext cx="526799" cy="526799"/>
                </a:xfrm>
                <a:prstGeom prst="chor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9" name="현 38"/>
                <p:cNvSpPr/>
                <p:nvPr/>
              </p:nvSpPr>
              <p:spPr>
                <a:xfrm rot="14987951">
                  <a:off x="4849189" y="4225937"/>
                  <a:ext cx="526799" cy="526799"/>
                </a:xfrm>
                <a:prstGeom prst="chor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0" name="현 39"/>
                <p:cNvSpPr/>
                <p:nvPr/>
              </p:nvSpPr>
              <p:spPr>
                <a:xfrm rot="2514970">
                  <a:off x="3200049" y="3125519"/>
                  <a:ext cx="526799" cy="526799"/>
                </a:xfrm>
                <a:prstGeom prst="chor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  <p:sp>
          <p:nvSpPr>
            <p:cNvPr id="24" name="TextBox 6"/>
            <p:cNvSpPr txBox="1"/>
            <p:nvPr/>
          </p:nvSpPr>
          <p:spPr>
            <a:xfrm>
              <a:off x="3600099" y="1821087"/>
              <a:ext cx="106931" cy="2048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ko-KR" altLang="en-US" sz="1700" dirty="0">
                <a:solidFill>
                  <a:schemeClr val="bg1"/>
                </a:solidFill>
              </a:endParaRPr>
            </a:p>
          </p:txBody>
        </p:sp>
        <p:sp>
          <p:nvSpPr>
            <p:cNvPr id="25" name="TextBox 7"/>
            <p:cNvSpPr txBox="1"/>
            <p:nvPr/>
          </p:nvSpPr>
          <p:spPr>
            <a:xfrm>
              <a:off x="4272460" y="1812123"/>
              <a:ext cx="106931" cy="2048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ko-KR" altLang="en-US" sz="1700" dirty="0">
                <a:solidFill>
                  <a:schemeClr val="bg1"/>
                </a:solidFill>
              </a:endParaRPr>
            </a:p>
          </p:txBody>
        </p:sp>
        <p:sp>
          <p:nvSpPr>
            <p:cNvPr id="26" name="TextBox 8"/>
            <p:cNvSpPr txBox="1"/>
            <p:nvPr/>
          </p:nvSpPr>
          <p:spPr>
            <a:xfrm>
              <a:off x="4948455" y="1812123"/>
              <a:ext cx="106931" cy="2048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ko-KR" altLang="en-US" sz="1700" dirty="0">
                <a:solidFill>
                  <a:schemeClr val="bg1"/>
                </a:solidFill>
              </a:endParaRPr>
            </a:p>
          </p:txBody>
        </p:sp>
        <p:sp>
          <p:nvSpPr>
            <p:cNvPr id="27" name="TextBox 9"/>
            <p:cNvSpPr txBox="1"/>
            <p:nvPr/>
          </p:nvSpPr>
          <p:spPr>
            <a:xfrm>
              <a:off x="5618293" y="1812123"/>
              <a:ext cx="106931" cy="2048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ko-KR" altLang="en-US" sz="1700" dirty="0">
                <a:solidFill>
                  <a:schemeClr val="bg1"/>
                </a:solidFill>
              </a:endParaRPr>
            </a:p>
          </p:txBody>
        </p:sp>
        <p:sp>
          <p:nvSpPr>
            <p:cNvPr id="28" name="TextBox 10"/>
            <p:cNvSpPr txBox="1"/>
            <p:nvPr/>
          </p:nvSpPr>
          <p:spPr>
            <a:xfrm>
              <a:off x="6296813" y="1812123"/>
              <a:ext cx="106931" cy="2048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ko-KR" altLang="en-US" sz="17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1" name="제목 1"/>
          <p:cNvSpPr txBox="1">
            <a:spLocks/>
          </p:cNvSpPr>
          <p:nvPr/>
        </p:nvSpPr>
        <p:spPr>
          <a:xfrm>
            <a:off x="503373" y="6484248"/>
            <a:ext cx="8229600" cy="280407"/>
          </a:xfrm>
          <a:prstGeom prst="rect">
            <a:avLst/>
          </a:prstGeom>
          <a:solidFill>
            <a:srgbClr val="FFFF00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dirty="0"/>
              <a:t>9</a:t>
            </a:r>
            <a:r>
              <a:rPr lang="ko-KR" altLang="en-US" sz="2800" dirty="0"/>
              <a:t>인석 </a:t>
            </a:r>
            <a:r>
              <a:rPr lang="en-US" altLang="ko-KR" sz="2800" dirty="0"/>
              <a:t>* 5ea(45</a:t>
            </a:r>
            <a:r>
              <a:rPr lang="ko-KR" altLang="en-US" sz="2800" dirty="0"/>
              <a:t>석</a:t>
            </a:r>
            <a:r>
              <a:rPr lang="en-US" altLang="ko-KR" sz="2800" dirty="0"/>
              <a:t>)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194648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</TotalTime>
  <Words>229</Words>
  <Application>Microsoft Macintosh PowerPoint</Application>
  <PresentationFormat>On-screen Show (4:3)</PresentationFormat>
  <Paragraphs>157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3층 갤러리홀 Lay-out (웨딩, 총 378석)</vt:lpstr>
      <vt:lpstr>3층 테라스 (웨딩, 45석)</vt:lpstr>
    </vt:vector>
  </TitlesOfParts>
  <Company>TRAUMSNC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행사장 별 레이아웃</dc:title>
  <dc:creator>USER</dc:creator>
  <cp:lastModifiedBy>Jiho Seo</cp:lastModifiedBy>
  <cp:revision>71</cp:revision>
  <cp:lastPrinted>2017-08-19T03:41:25Z</cp:lastPrinted>
  <dcterms:created xsi:type="dcterms:W3CDTF">2012-12-10T04:13:24Z</dcterms:created>
  <dcterms:modified xsi:type="dcterms:W3CDTF">2025-11-23T13:45:01Z</dcterms:modified>
</cp:coreProperties>
</file>